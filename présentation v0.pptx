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8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57" r:id="rId1"/>
  </p:sldMasterIdLst>
  <p:notesMasterIdLst>
    <p:notesMasterId r:id="rId29"/>
  </p:notesMasterIdLst>
  <p:sldIdLst>
    <p:sldId id="301" r:id="rId2"/>
    <p:sldId id="257" r:id="rId3"/>
    <p:sldId id="304" r:id="rId4"/>
    <p:sldId id="306" r:id="rId5"/>
    <p:sldId id="307" r:id="rId6"/>
    <p:sldId id="316" r:id="rId7"/>
    <p:sldId id="309" r:id="rId8"/>
    <p:sldId id="312" r:id="rId9"/>
    <p:sldId id="320" r:id="rId10"/>
    <p:sldId id="314" r:id="rId11"/>
    <p:sldId id="321" r:id="rId12"/>
    <p:sldId id="326" r:id="rId13"/>
    <p:sldId id="325" r:id="rId14"/>
    <p:sldId id="327" r:id="rId15"/>
    <p:sldId id="328" r:id="rId16"/>
    <p:sldId id="975" r:id="rId17"/>
    <p:sldId id="1157" r:id="rId18"/>
    <p:sldId id="1158" r:id="rId19"/>
    <p:sldId id="1164" r:id="rId20"/>
    <p:sldId id="1120" r:id="rId21"/>
    <p:sldId id="1083" r:id="rId22"/>
    <p:sldId id="1159" r:id="rId23"/>
    <p:sldId id="1160" r:id="rId24"/>
    <p:sldId id="1161" r:id="rId25"/>
    <p:sldId id="1162" r:id="rId26"/>
    <p:sldId id="1163" r:id="rId27"/>
    <p:sldId id="974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70F5C5-9C15-4C98-9EC7-B3D010CB1DA1}">
  <a:tblStyle styleId="{DA70F5C5-9C15-4C98-9EC7-B3D010CB1D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600" dirty="0"/>
              <a:t>Coût</a:t>
            </a:r>
            <a:r>
              <a:rPr lang="en-US" sz="1600" dirty="0"/>
              <a:t> de maintenance </a:t>
            </a:r>
            <a:r>
              <a:rPr lang="fr-FR" sz="1600" noProof="0" dirty="0"/>
              <a:t>réalisé</a:t>
            </a:r>
            <a:r>
              <a:rPr lang="en-US" sz="1600" dirty="0"/>
              <a:t> /</a:t>
            </a:r>
            <a:r>
              <a:rPr lang="fr-FR" sz="1600" noProof="0" dirty="0"/>
              <a:t>budgétisé</a:t>
            </a:r>
            <a:r>
              <a:rPr lang="en-US" sz="1600" dirty="0"/>
              <a:t> mois 01</a:t>
            </a:r>
            <a:endParaRPr lang="fr-FR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Consommé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4000"/>
                    <a:satMod val="100000"/>
                    <a:lumMod val="108000"/>
                  </a:schemeClr>
                </a:gs>
                <a:gs pos="50000">
                  <a:schemeClr val="accent2">
                    <a:tint val="98000"/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72000"/>
                    <a:satMod val="12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25400" dir="5400000" algn="ctr" rotWithShape="0">
                <a:srgbClr val="000000">
                  <a:alpha val="69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invertIfNegative val="0"/>
          <c:dLbls>
            <c:dLbl>
              <c:idx val="0"/>
              <c:layout>
                <c:manualLayout>
                  <c:x val="-7.8336725046237177E-3"/>
                  <c:y val="-9.2110734578791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D2C-44FE-954A-CD13813EC506}"/>
                </c:ext>
              </c:extLst>
            </c:dLbl>
            <c:dLbl>
              <c:idx val="1"/>
              <c:layout>
                <c:manualLayout>
                  <c:x val="6.266938003698974E-3"/>
                  <c:y val="-5.70209309297278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D2C-44FE-954A-CD13813EC506}"/>
                </c:ext>
              </c:extLst>
            </c:dLbl>
            <c:dLbl>
              <c:idx val="2"/>
              <c:layout>
                <c:manualLayout>
                  <c:x val="7.8336725046236032E-3"/>
                  <c:y val="-9.64969600349240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D2C-44FE-954A-CD13813EC5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mmm\-yy</c:formatCode>
                <c:ptCount val="3"/>
                <c:pt idx="0">
                  <c:v>44927</c:v>
                </c:pt>
                <c:pt idx="1">
                  <c:v>45292</c:v>
                </c:pt>
                <c:pt idx="2">
                  <c:v>45658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109213</c:v>
                </c:pt>
                <c:pt idx="1">
                  <c:v>147930</c:v>
                </c:pt>
                <c:pt idx="2">
                  <c:v>81256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C-44FE-954A-CD13813EC506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Budget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4000"/>
                    <a:satMod val="100000"/>
                    <a:lumMod val="108000"/>
                  </a:schemeClr>
                </a:gs>
                <a:gs pos="50000">
                  <a:schemeClr val="accent4">
                    <a:tint val="98000"/>
                    <a:shade val="100000"/>
                    <a:satMod val="100000"/>
                    <a:lumMod val="100000"/>
                  </a:schemeClr>
                </a:gs>
                <a:gs pos="100000">
                  <a:schemeClr val="accent4">
                    <a:shade val="72000"/>
                    <a:satMod val="12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25400" dir="5400000" algn="ctr" rotWithShape="0">
                <a:srgbClr val="000000">
                  <a:alpha val="69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invertIfNegative val="0"/>
          <c:dLbls>
            <c:dLbl>
              <c:idx val="0"/>
              <c:layout>
                <c:manualLayout>
                  <c:x val="2.8201221016645382E-2"/>
                  <c:y val="-5.26347054735949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D2C-44FE-954A-CD13813EC506}"/>
                </c:ext>
              </c:extLst>
            </c:dLbl>
            <c:dLbl>
              <c:idx val="1"/>
              <c:layout>
                <c:manualLayout>
                  <c:x val="5.1702238530516531E-2"/>
                  <c:y val="-3.9476029105196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2C-44FE-954A-CD13813EC506}"/>
                </c:ext>
              </c:extLst>
            </c:dLbl>
            <c:dLbl>
              <c:idx val="2"/>
              <c:layout>
                <c:manualLayout>
                  <c:x val="5.3268973031441159E-2"/>
                  <c:y val="-4.38622545613291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D2C-44FE-954A-CD13813EC5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mmm\-yy</c:formatCode>
                <c:ptCount val="3"/>
                <c:pt idx="0">
                  <c:v>44927</c:v>
                </c:pt>
                <c:pt idx="1">
                  <c:v>45292</c:v>
                </c:pt>
                <c:pt idx="2">
                  <c:v>45658</c:v>
                </c:pt>
              </c:numCache>
            </c:numRef>
          </c:cat>
          <c:val>
            <c:numRef>
              <c:f>Feuil1!$C$2:$C$4</c:f>
              <c:numCache>
                <c:formatCode>General</c:formatCode>
                <c:ptCount val="3"/>
                <c:pt idx="0">
                  <c:v>165554</c:v>
                </c:pt>
                <c:pt idx="1">
                  <c:v>130500</c:v>
                </c:pt>
                <c:pt idx="2">
                  <c:v>94000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2C-44FE-954A-CD13813EC5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26588799"/>
        <c:axId val="2026602111"/>
        <c:axId val="0"/>
      </c:bar3DChart>
      <c:dateAx>
        <c:axId val="2026588799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26602111"/>
        <c:crosses val="autoZero"/>
        <c:auto val="1"/>
        <c:lblOffset val="100"/>
        <c:baseTimeUnit val="years"/>
      </c:dateAx>
      <c:valAx>
        <c:axId val="2026602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26588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600" b="1" i="0" u="none" strike="noStrike" baseline="0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Coût</a:t>
            </a:r>
            <a:r>
              <a:rPr lang="en-US" sz="1600" b="1" i="0" u="none" strike="noStrike" baseline="0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de maintenance </a:t>
            </a:r>
            <a:r>
              <a:rPr lang="fr-FR" sz="1600" b="1" i="0" u="none" strike="noStrike" baseline="0" noProof="0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réalisé</a:t>
            </a:r>
            <a:r>
              <a:rPr lang="en-US" sz="1600" b="1" i="0" u="none" strike="noStrike" baseline="0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/ </a:t>
            </a:r>
            <a:r>
              <a:rPr lang="fr-FR" sz="1600" b="1" i="0" u="none" strike="noStrike" baseline="0" noProof="0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budgétisé</a:t>
            </a:r>
            <a:r>
              <a:rPr lang="en-US" sz="1600" b="1" i="0" u="none" strike="noStrike" baseline="0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mois 02</a:t>
            </a:r>
            <a:endParaRPr lang="fr-FR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Consommé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5667345009247721E-3"/>
                  <c:y val="-5.80237780006337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88-4A32-A422-1C67074922FB}"/>
                </c:ext>
              </c:extLst>
            </c:dLbl>
            <c:dLbl>
              <c:idx val="1"/>
              <c:layout>
                <c:manualLayout>
                  <c:x val="-1.5667345009247435E-3"/>
                  <c:y val="-9.1180222572424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88-4A32-A422-1C67074922FB}"/>
                </c:ext>
              </c:extLst>
            </c:dLbl>
            <c:dLbl>
              <c:idx val="2"/>
              <c:layout>
                <c:manualLayout>
                  <c:x val="-3.133469001849487E-3"/>
                  <c:y val="-7.46020002865291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88-4A32-A422-1C67074922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mmm\-yy</c:formatCode>
                <c:ptCount val="3"/>
                <c:pt idx="0">
                  <c:v>44958</c:v>
                </c:pt>
                <c:pt idx="1">
                  <c:v>45323</c:v>
                </c:pt>
                <c:pt idx="2">
                  <c:v>45689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175577</c:v>
                </c:pt>
                <c:pt idx="1">
                  <c:v>105941</c:v>
                </c:pt>
                <c:pt idx="2">
                  <c:v>227758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88-4A32-A422-1C67074922F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4.3868566025892758E-2"/>
                  <c:y val="-8.28911114294767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288-4A32-A422-1C67074922FB}"/>
                </c:ext>
              </c:extLst>
            </c:dLbl>
            <c:dLbl>
              <c:idx val="1"/>
              <c:layout>
                <c:manualLayout>
                  <c:x val="2.6634486515720524E-2"/>
                  <c:y val="-7.04574447150552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88-4A32-A422-1C67074922FB}"/>
                </c:ext>
              </c:extLst>
            </c:dLbl>
            <c:dLbl>
              <c:idx val="2"/>
              <c:layout>
                <c:manualLayout>
                  <c:x val="4.5435300526817442E-2"/>
                  <c:y val="-7.46020002865291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288-4A32-A422-1C67074922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mmm\-yy</c:formatCode>
                <c:ptCount val="3"/>
                <c:pt idx="0">
                  <c:v>44958</c:v>
                </c:pt>
                <c:pt idx="1">
                  <c:v>45323</c:v>
                </c:pt>
                <c:pt idx="2">
                  <c:v>45689</c:v>
                </c:pt>
              </c:numCache>
            </c:numRef>
          </c:cat>
          <c:val>
            <c:numRef>
              <c:f>Feuil1!$C$2:$C$4</c:f>
              <c:numCache>
                <c:formatCode>General</c:formatCode>
                <c:ptCount val="3"/>
                <c:pt idx="0">
                  <c:v>154898</c:v>
                </c:pt>
                <c:pt idx="1">
                  <c:v>133100</c:v>
                </c:pt>
                <c:pt idx="2">
                  <c:v>108600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88-4A32-A422-1C6707492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26588799"/>
        <c:axId val="2026602111"/>
        <c:axId val="0"/>
      </c:bar3DChart>
      <c:dateAx>
        <c:axId val="2026588799"/>
        <c:scaling>
          <c:orientation val="minMax"/>
        </c:scaling>
        <c:delete val="1"/>
        <c:axPos val="b"/>
        <c:numFmt formatCode="mmm\-yy" sourceLinked="1"/>
        <c:majorTickMark val="none"/>
        <c:minorTickMark val="none"/>
        <c:tickLblPos val="nextTo"/>
        <c:crossAx val="2026602111"/>
        <c:crosses val="autoZero"/>
        <c:auto val="1"/>
        <c:lblOffset val="100"/>
        <c:baseTimeUnit val="years"/>
      </c:dateAx>
      <c:valAx>
        <c:axId val="2026602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26588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200"/>
              <a:t>temps d'arrêt en 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temps d'arrêt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7.183858267716535E-2"/>
                  <c:y val="6.5224838234697454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E0-4225-B1FD-C8FD9FA0F28D}"/>
                </c:ext>
              </c:extLst>
            </c:dLbl>
            <c:dLbl>
              <c:idx val="1"/>
              <c:layout>
                <c:manualLayout>
                  <c:x val="-4.0588582677165357E-2"/>
                  <c:y val="-4.56573867642882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3E0-4225-B1FD-C8FD9FA0F28D}"/>
                </c:ext>
              </c:extLst>
            </c:dLbl>
            <c:dLbl>
              <c:idx val="2"/>
              <c:layout>
                <c:manualLayout>
                  <c:x val="-3.0885826771653545E-3"/>
                  <c:y val="4.56573867642881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E0-4225-B1FD-C8FD9FA0F2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134</c:v>
                </c:pt>
                <c:pt idx="1">
                  <c:v>188</c:v>
                </c:pt>
                <c:pt idx="2">
                  <c:v>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E0-4225-B1FD-C8FD9FA0F28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04981471"/>
        <c:axId val="2004981887"/>
      </c:lineChart>
      <c:catAx>
        <c:axId val="2004981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981887"/>
        <c:crosses val="autoZero"/>
        <c:auto val="1"/>
        <c:lblAlgn val="ctr"/>
        <c:lblOffset val="100"/>
        <c:noMultiLvlLbl val="0"/>
      </c:catAx>
      <c:valAx>
        <c:axId val="2004981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98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/>
              <a:t>Temps d’arrêt (pannes) en 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Feuil1!$B$2:$B$7</c:f>
              <c:numCache>
                <c:formatCode>General</c:formatCode>
                <c:ptCount val="6"/>
                <c:pt idx="0">
                  <c:v>44</c:v>
                </c:pt>
                <c:pt idx="1">
                  <c:v>7</c:v>
                </c:pt>
                <c:pt idx="2">
                  <c:v>10</c:v>
                </c:pt>
                <c:pt idx="3">
                  <c:v>20</c:v>
                </c:pt>
                <c:pt idx="4">
                  <c:v>48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D1-4999-9389-DE3E81AE0FF4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Feuil1!$C$2:$C$7</c:f>
              <c:numCache>
                <c:formatCode>General</c:formatCode>
                <c:ptCount val="6"/>
                <c:pt idx="0">
                  <c:v>87</c:v>
                </c:pt>
                <c:pt idx="1">
                  <c:v>4</c:v>
                </c:pt>
                <c:pt idx="2">
                  <c:v>20</c:v>
                </c:pt>
                <c:pt idx="3">
                  <c:v>23</c:v>
                </c:pt>
                <c:pt idx="4">
                  <c:v>45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D1-4999-9389-DE3E81AE0FF4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Feuil1!$D$2:$D$7</c:f>
              <c:numCache>
                <c:formatCode>General</c:formatCode>
                <c:ptCount val="6"/>
                <c:pt idx="0">
                  <c:v>25</c:v>
                </c:pt>
                <c:pt idx="1">
                  <c:v>10</c:v>
                </c:pt>
                <c:pt idx="2">
                  <c:v>4</c:v>
                </c:pt>
                <c:pt idx="3">
                  <c:v>5</c:v>
                </c:pt>
                <c:pt idx="4">
                  <c:v>19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D1-4999-9389-DE3E81AE0F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2004966079"/>
        <c:axId val="2004950271"/>
      </c:barChart>
      <c:catAx>
        <c:axId val="20049660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950271"/>
        <c:crosses val="autoZero"/>
        <c:auto val="1"/>
        <c:lblAlgn val="ctr"/>
        <c:lblOffset val="100"/>
        <c:noMultiLvlLbl val="0"/>
      </c:catAx>
      <c:valAx>
        <c:axId val="20049502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4966079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Consommation eau en m3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1208</c:v>
                </c:pt>
                <c:pt idx="1">
                  <c:v>1160</c:v>
                </c:pt>
                <c:pt idx="2">
                  <c:v>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F-44F0-A435-2A6D26DD9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8972495"/>
        <c:axId val="2008977487"/>
      </c:barChart>
      <c:barChart>
        <c:barDir val="col"/>
        <c:grouping val="clustered"/>
        <c:varyColors val="0"/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6F-44F0-A435-2A6D26DD9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8975823"/>
        <c:axId val="2008980815"/>
      </c:barChart>
      <c:lineChart>
        <c:grouping val="standard"/>
        <c:varyColors val="0"/>
        <c:ser>
          <c:idx val="2"/>
          <c:order val="2"/>
          <c:tx>
            <c:strRef>
              <c:f>Feuil1!$D$1</c:f>
              <c:strCache>
                <c:ptCount val="1"/>
                <c:pt idx="0">
                  <c:v>Production en 1000m²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0833333333332951E-3"/>
                  <c:y val="5.11551426100648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4C-4624-AAF7-1DA5E83E502A}"/>
                </c:ext>
              </c:extLst>
            </c:dLbl>
            <c:dLbl>
              <c:idx val="1"/>
              <c:layout>
                <c:manualLayout>
                  <c:x val="2.2916666666666665E-2"/>
                  <c:y val="5.1155142610064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24C-4624-AAF7-1DA5E83E502A}"/>
                </c:ext>
              </c:extLst>
            </c:dLbl>
            <c:dLbl>
              <c:idx val="2"/>
              <c:layout>
                <c:manualLayout>
                  <c:x val="-2.083333333333486E-3"/>
                  <c:y val="4.72201316400598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24C-4624-AAF7-1DA5E83E50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Feuil1!$D$2:$D$4</c:f>
              <c:numCache>
                <c:formatCode>General</c:formatCode>
                <c:ptCount val="3"/>
                <c:pt idx="0">
                  <c:v>6610</c:v>
                </c:pt>
                <c:pt idx="1">
                  <c:v>6999</c:v>
                </c:pt>
                <c:pt idx="2">
                  <c:v>8631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6F-44F0-A435-2A6D26DD9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8972495"/>
        <c:axId val="2008977487"/>
      </c:lineChart>
      <c:catAx>
        <c:axId val="2008972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8977487"/>
        <c:crosses val="autoZero"/>
        <c:auto val="1"/>
        <c:lblAlgn val="ctr"/>
        <c:lblOffset val="100"/>
        <c:noMultiLvlLbl val="0"/>
      </c:catAx>
      <c:valAx>
        <c:axId val="2008977487"/>
        <c:scaling>
          <c:orientation val="minMax"/>
          <c:min val="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8972495"/>
        <c:crosses val="autoZero"/>
        <c:crossBetween val="between"/>
      </c:valAx>
      <c:valAx>
        <c:axId val="2008980815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08975823"/>
        <c:crosses val="max"/>
        <c:crossBetween val="between"/>
      </c:valAx>
      <c:catAx>
        <c:axId val="20089758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08980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Consommation gaz en 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891330</c:v>
                </c:pt>
                <c:pt idx="1">
                  <c:v>964095</c:v>
                </c:pt>
                <c:pt idx="2">
                  <c:v>1298240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F-44F0-A435-2A6D26DD9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8972495"/>
        <c:axId val="2008977487"/>
      </c:barChart>
      <c:barChart>
        <c:barDir val="col"/>
        <c:grouping val="clustered"/>
        <c:varyColors val="0"/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6F-44F0-A435-2A6D26DD9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8975823"/>
        <c:axId val="2008980815"/>
      </c:barChart>
      <c:lineChart>
        <c:grouping val="standard"/>
        <c:varyColors val="0"/>
        <c:ser>
          <c:idx val="2"/>
          <c:order val="2"/>
          <c:tx>
            <c:strRef>
              <c:f>Feuil1!$D$1</c:f>
              <c:strCache>
                <c:ptCount val="1"/>
                <c:pt idx="0">
                  <c:v>Production en m²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819400322405998E-17"/>
                  <c:y val="3.54150987300449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5D-4363-9C1A-2617DE48796D}"/>
                </c:ext>
              </c:extLst>
            </c:dLbl>
            <c:dLbl>
              <c:idx val="1"/>
              <c:layout>
                <c:manualLayout>
                  <c:x val="1.2499999999999924E-2"/>
                  <c:y val="3.54150987300449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5D-4363-9C1A-2617DE48796D}"/>
                </c:ext>
              </c:extLst>
            </c:dLbl>
            <c:dLbl>
              <c:idx val="2"/>
              <c:layout>
                <c:manualLayout>
                  <c:x val="8.3333333333331806E-3"/>
                  <c:y val="2.3610065820029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E5D-4363-9C1A-2617DE4879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Feuil1!$D$2:$D$4</c:f>
              <c:numCache>
                <c:formatCode>General</c:formatCode>
                <c:ptCount val="3"/>
                <c:pt idx="0">
                  <c:v>6610000</c:v>
                </c:pt>
                <c:pt idx="1">
                  <c:v>6999000</c:v>
                </c:pt>
                <c:pt idx="2">
                  <c:v>8631000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6F-44F0-A435-2A6D26DD9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8972495"/>
        <c:axId val="2008977487"/>
      </c:lineChart>
      <c:catAx>
        <c:axId val="2008972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8977487"/>
        <c:crosses val="autoZero"/>
        <c:auto val="1"/>
        <c:lblAlgn val="ctr"/>
        <c:lblOffset val="100"/>
        <c:noMultiLvlLbl val="0"/>
      </c:catAx>
      <c:valAx>
        <c:axId val="2008977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8972495"/>
        <c:crosses val="autoZero"/>
        <c:crossBetween val="between"/>
      </c:valAx>
      <c:valAx>
        <c:axId val="2008980815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08975823"/>
        <c:crosses val="max"/>
        <c:crossBetween val="between"/>
      </c:valAx>
      <c:catAx>
        <c:axId val="20089758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08980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Consommation électricité en KWH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08-44BE-90C5-1A1C22E324A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D08-44BE-90C5-1A1C22E324A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08-44BE-90C5-1A1C22E324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370735</c:v>
                </c:pt>
                <c:pt idx="1">
                  <c:v>396527</c:v>
                </c:pt>
                <c:pt idx="2">
                  <c:v>417836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08-44BE-90C5-1A1C22E324A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08-44BE-90C5-1A1C22E32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4959839"/>
        <c:axId val="2004962751"/>
      </c:barChart>
      <c:lineChart>
        <c:grouping val="standard"/>
        <c:varyColors val="0"/>
        <c:ser>
          <c:idx val="2"/>
          <c:order val="2"/>
          <c:tx>
            <c:strRef>
              <c:f>Feuil1!$D$1</c:f>
              <c:strCache>
                <c:ptCount val="1"/>
                <c:pt idx="0">
                  <c:v>Production en m²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Feuil1!$D$2:$D$4</c:f>
              <c:numCache>
                <c:formatCode>General</c:formatCode>
                <c:ptCount val="3"/>
                <c:pt idx="0">
                  <c:v>661000</c:v>
                </c:pt>
                <c:pt idx="1">
                  <c:v>699900</c:v>
                </c:pt>
                <c:pt idx="2">
                  <c:v>863100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D08-44BE-90C5-1A1C22E32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4959839"/>
        <c:axId val="2004962751"/>
      </c:lineChart>
      <c:catAx>
        <c:axId val="200495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962751"/>
        <c:crosses val="autoZero"/>
        <c:auto val="1"/>
        <c:lblAlgn val="ctr"/>
        <c:lblOffset val="100"/>
        <c:noMultiLvlLbl val="0"/>
      </c:catAx>
      <c:valAx>
        <c:axId val="2004962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959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683729265585775E-2"/>
          <c:y val="0.19550269925325195"/>
          <c:w val="0.91755339850529138"/>
          <c:h val="0.553863802534565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8013055586922192E-2"/>
                  <c:y val="-1.94318429237836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20B-4BD9-9662-85C59C5C5BE7}"/>
                </c:ext>
              </c:extLst>
            </c:dLbl>
            <c:dLbl>
              <c:idx val="1"/>
              <c:layout>
                <c:manualLayout>
                  <c:x val="5.8013055586922197E-3"/>
                  <c:y val="-4.33488525779631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0B-4BD9-9662-85C59C5C5BE7}"/>
                </c:ext>
              </c:extLst>
            </c:dLbl>
            <c:dLbl>
              <c:idx val="2"/>
              <c:layout>
                <c:manualLayout>
                  <c:x val="-3.4807833352153315E-3"/>
                  <c:y val="-3.09360117159367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20B-4BD9-9662-85C59C5C5BE7}"/>
                </c:ext>
              </c:extLst>
            </c:dLbl>
            <c:dLbl>
              <c:idx val="3"/>
              <c:layout>
                <c:manualLayout>
                  <c:x val="4.6410444469537756E-3"/>
                  <c:y val="-3.74576712389818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0B-4BD9-9662-85C59C5C5BE7}"/>
                </c:ext>
              </c:extLst>
            </c:dLbl>
            <c:dLbl>
              <c:idx val="4"/>
              <c:layout>
                <c:manualLayout>
                  <c:x val="9.2820888939075512E-3"/>
                  <c:y val="-7.25773783519170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20B-4BD9-9662-85C59C5C5BE7}"/>
                </c:ext>
              </c:extLst>
            </c:dLbl>
            <c:dLbl>
              <c:idx val="5"/>
              <c:layout>
                <c:manualLayout>
                  <c:x val="-1.7016966390715983E-16"/>
                  <c:y val="-4.84111296857574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0B-4BD9-9662-85C59C5C5BE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GOPFERT</c:v>
                </c:pt>
                <c:pt idx="4">
                  <c:v>LMC</c:v>
                </c:pt>
                <c:pt idx="5">
                  <c:v>EMBA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858210</c:v>
                </c:pt>
                <c:pt idx="1">
                  <c:v>51916</c:v>
                </c:pt>
                <c:pt idx="2">
                  <c:v>93855</c:v>
                </c:pt>
                <c:pt idx="3">
                  <c:v>166936</c:v>
                </c:pt>
                <c:pt idx="4">
                  <c:v>38199</c:v>
                </c:pt>
                <c:pt idx="5">
                  <c:v>23249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20B-4BD9-9662-85C59C5C5BE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04009360"/>
        <c:axId val="604012312"/>
      </c:barChart>
      <c:catAx>
        <c:axId val="60400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4012312"/>
        <c:crosses val="autoZero"/>
        <c:auto val="1"/>
        <c:lblAlgn val="ctr"/>
        <c:lblOffset val="100"/>
        <c:noMultiLvlLbl val="0"/>
      </c:catAx>
      <c:valAx>
        <c:axId val="604012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4009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 dirty="0"/>
              <a:t>Dépenses machines / année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Feuil1!$B$2:$B$7</c:f>
              <c:numCache>
                <c:formatCode>General</c:formatCode>
                <c:ptCount val="6"/>
                <c:pt idx="0">
                  <c:v>44</c:v>
                </c:pt>
                <c:pt idx="1">
                  <c:v>7</c:v>
                </c:pt>
                <c:pt idx="2">
                  <c:v>10</c:v>
                </c:pt>
                <c:pt idx="3">
                  <c:v>20</c:v>
                </c:pt>
                <c:pt idx="4">
                  <c:v>48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D1-4999-9389-DE3E81AE0FF4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Feuil1!$C$2:$C$7</c:f>
              <c:numCache>
                <c:formatCode>General</c:formatCode>
                <c:ptCount val="6"/>
                <c:pt idx="0">
                  <c:v>87</c:v>
                </c:pt>
                <c:pt idx="1">
                  <c:v>4</c:v>
                </c:pt>
                <c:pt idx="2">
                  <c:v>20</c:v>
                </c:pt>
                <c:pt idx="3">
                  <c:v>23</c:v>
                </c:pt>
                <c:pt idx="4">
                  <c:v>45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D1-4999-9389-DE3E81AE0FF4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Feuil1!$D$2:$D$7</c:f>
              <c:numCache>
                <c:formatCode>General</c:formatCode>
                <c:ptCount val="6"/>
                <c:pt idx="0">
                  <c:v>25</c:v>
                </c:pt>
                <c:pt idx="1">
                  <c:v>10</c:v>
                </c:pt>
                <c:pt idx="2">
                  <c:v>4</c:v>
                </c:pt>
                <c:pt idx="3">
                  <c:v>5</c:v>
                </c:pt>
                <c:pt idx="4">
                  <c:v>19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D1-4999-9389-DE3E81AE0F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2004966079"/>
        <c:axId val="2004950271"/>
      </c:barChart>
      <c:catAx>
        <c:axId val="20049660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950271"/>
        <c:crosses val="autoZero"/>
        <c:auto val="1"/>
        <c:lblAlgn val="ctr"/>
        <c:lblOffset val="100"/>
        <c:noMultiLvlLbl val="0"/>
      </c:catAx>
      <c:valAx>
        <c:axId val="20049502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4966079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1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1-25ED-4216-97CC-660EF8EC784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3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3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3-25ED-4216-97CC-660EF8EC784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5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5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5-25ED-4216-97CC-660EF8EC784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1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7-25ED-4216-97CC-660EF8EC784A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3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3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9-4A6A-4CD6-9BCD-1CBD21A0CD42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5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5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B-4A6A-4CD6-9BCD-1CBD21A0CD42}"/>
              </c:ext>
            </c:extLst>
          </c:dPt>
          <c:dLbls>
            <c:dLbl>
              <c:idx val="0"/>
              <c:layout>
                <c:manualLayout>
                  <c:x val="3.0865578921847402E-2"/>
                  <c:y val="-2.323058863873171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ED-4216-97CC-660EF8EC784A}"/>
                </c:ext>
              </c:extLst>
            </c:dLbl>
            <c:dLbl>
              <c:idx val="4"/>
              <c:layout>
                <c:manualLayout>
                  <c:x val="-1.8054865297602939E-2"/>
                  <c:y val="-5.143283756197142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A6A-4CD6-9BCD-1CBD21A0CD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174071</c:v>
                </c:pt>
                <c:pt idx="1">
                  <c:v>25669</c:v>
                </c:pt>
                <c:pt idx="2">
                  <c:v>10840</c:v>
                </c:pt>
                <c:pt idx="3">
                  <c:v>1503</c:v>
                </c:pt>
                <c:pt idx="4">
                  <c:v>12492</c:v>
                </c:pt>
                <c:pt idx="5">
                  <c:v>25425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7B-451A-994B-00C2F0B314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1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1-6A2C-4A9C-9627-46053C57ACD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3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3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3-6A2C-4A9C-9627-46053C57ACD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5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5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5-6A2C-4A9C-9627-46053C57ACD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1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7-6A2C-4A9C-9627-46053C57ACD6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3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3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9-6A2C-4A9C-9627-46053C57ACD6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5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5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B-6A2C-4A9C-9627-46053C57ACD6}"/>
              </c:ext>
            </c:extLst>
          </c:dPt>
          <c:dLbls>
            <c:dLbl>
              <c:idx val="0"/>
              <c:layout>
                <c:manualLayout>
                  <c:x val="3.0865578921847402E-2"/>
                  <c:y val="-2.323058863873171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2C-4A9C-9627-46053C57AC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32973</c:v>
                </c:pt>
                <c:pt idx="1">
                  <c:v>1274</c:v>
                </c:pt>
                <c:pt idx="2">
                  <c:v>2697</c:v>
                </c:pt>
                <c:pt idx="3">
                  <c:v>1321</c:v>
                </c:pt>
                <c:pt idx="4">
                  <c:v>1753</c:v>
                </c:pt>
                <c:pt idx="5">
                  <c:v>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A2C-4A9C-9627-46053C57A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1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1-E584-4BE0-A0D6-07D67230D7B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3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3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3-E584-4BE0-A0D6-07D67230D7B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5"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5"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5-E584-4BE0-A0D6-07D67230D7B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1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7-E584-4BE0-A0D6-07D67230D7B3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3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3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9-E584-4BE0-A0D6-07D67230D7B3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tint val="94000"/>
                      <a:satMod val="100000"/>
                      <a:lumMod val="108000"/>
                    </a:schemeClr>
                  </a:gs>
                  <a:gs pos="50000">
                    <a:schemeClr val="accent5">
                      <a:lumMod val="60000"/>
                      <a:tint val="98000"/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5">
                      <a:lumMod val="60000"/>
                      <a:shade val="72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25400" dir="5400000" algn="ctr" rotWithShape="0">
                  <a:srgbClr val="000000">
                    <a:alpha val="69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200000"/>
                </a:lightRig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B-E584-4BE0-A0D6-07D67230D7B3}"/>
              </c:ext>
            </c:extLst>
          </c:dPt>
          <c:dLbls>
            <c:dLbl>
              <c:idx val="0"/>
              <c:layout>
                <c:manualLayout>
                  <c:x val="3.0865578921847402E-2"/>
                  <c:y val="-2.323058863873171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84-4BE0-A0D6-07D67230D7B3}"/>
                </c:ext>
              </c:extLst>
            </c:dLbl>
            <c:dLbl>
              <c:idx val="1"/>
              <c:layout>
                <c:manualLayout>
                  <c:x val="-3.153601633129189E-2"/>
                  <c:y val="4.914405979152511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84-4BE0-A0D6-07D67230D7B3}"/>
                </c:ext>
              </c:extLst>
            </c:dLbl>
            <c:dLbl>
              <c:idx val="2"/>
              <c:layout>
                <c:manualLayout>
                  <c:x val="-4.0875473899095946E-2"/>
                  <c:y val="-2.5456326518587263E-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84-4BE0-A0D6-07D67230D7B3}"/>
                </c:ext>
              </c:extLst>
            </c:dLbl>
            <c:dLbl>
              <c:idx val="4"/>
              <c:layout>
                <c:manualLayout>
                  <c:x val="-1.6216608340624088E-2"/>
                  <c:y val="1.3898786014027218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584-4BE0-A0D6-07D67230D7B3}"/>
                </c:ext>
              </c:extLst>
            </c:dLbl>
            <c:dLbl>
              <c:idx val="5"/>
              <c:layout>
                <c:manualLayout>
                  <c:x val="9.4075532225138519E-3"/>
                  <c:y val="-5.185172909681137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584-4BE0-A0D6-07D67230D7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TRAIN</c:v>
                </c:pt>
                <c:pt idx="1">
                  <c:v>MARTIN</c:v>
                </c:pt>
                <c:pt idx="2">
                  <c:v>BOBST</c:v>
                </c:pt>
                <c:pt idx="3">
                  <c:v>EMBA</c:v>
                </c:pt>
                <c:pt idx="4">
                  <c:v>GOPFERT</c:v>
                </c:pt>
                <c:pt idx="5">
                  <c:v>LMC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633038</c:v>
                </c:pt>
                <c:pt idx="1">
                  <c:v>24971</c:v>
                </c:pt>
                <c:pt idx="2">
                  <c:v>80318</c:v>
                </c:pt>
                <c:pt idx="3">
                  <c:v>20426</c:v>
                </c:pt>
                <c:pt idx="4">
                  <c:v>152692</c:v>
                </c:pt>
                <c:pt idx="5">
                  <c:v>11818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584-4BE0-A0D6-07D67230D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TRS</a:t>
            </a:r>
            <a:r>
              <a:rPr lang="fr-FR" baseline="0" dirty="0"/>
              <a:t> Cumulé 2 premiers mois train onduleur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TRS cumulé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22.6</c:v>
                </c:pt>
                <c:pt idx="1">
                  <c:v>22.1</c:v>
                </c:pt>
                <c:pt idx="2">
                  <c:v>27.2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42-4790-AA20-EB9A1B7ABC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Objectif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</c:v>
                </c:pt>
                <c:pt idx="1">
                  <c:v>28</c:v>
                </c:pt>
                <c:pt idx="2">
                  <c:v>27.2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42-4790-AA20-EB9A1B7AB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3990336"/>
        <c:axId val="603990664"/>
      </c:barChart>
      <c:catAx>
        <c:axId val="60399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3990664"/>
        <c:crosses val="autoZero"/>
        <c:auto val="1"/>
        <c:lblAlgn val="ctr"/>
        <c:lblOffset val="100"/>
        <c:noMultiLvlLbl val="0"/>
      </c:catAx>
      <c:valAx>
        <c:axId val="603990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3990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0.26677</cdr:x>
      <cdr:y>0.77942</cdr:y>
    </cdr:from>
    <cdr:to>
      <cdr:x>0.37958</cdr:x>
      <cdr:y>0.88982</cdr:y>
    </cdr:to>
    <cdr:sp macro="" textlink="">
      <cdr:nvSpPr>
        <cdr:cNvPr id="2" name="ZoneTexte 1"/>
        <cdr:cNvSpPr txBox="1"/>
      </cdr:nvSpPr>
      <cdr:spPr>
        <a:xfrm xmlns:a="http://schemas.openxmlformats.org/drawingml/2006/main">
          <a:off x="2162438" y="1878024"/>
          <a:ext cx="914442" cy="2660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fr-FR" sz="1100" dirty="0"/>
            <a:t>Fév-23</a:t>
          </a:r>
        </a:p>
      </cdr:txBody>
    </cdr:sp>
  </cdr:relSizeAnchor>
  <cdr:relSizeAnchor xmlns:cdr="http://schemas.openxmlformats.org/drawingml/2006/chartDrawing">
    <cdr:from>
      <cdr:x>0.48779</cdr:x>
      <cdr:y>0.78102</cdr:y>
    </cdr:from>
    <cdr:to>
      <cdr:x>0.60059</cdr:x>
      <cdr:y>0.89142</cdr:y>
    </cdr:to>
    <cdr:sp macro="" textlink="">
      <cdr:nvSpPr>
        <cdr:cNvPr id="3" name="ZoneTexte 1"/>
        <cdr:cNvSpPr txBox="1"/>
      </cdr:nvSpPr>
      <cdr:spPr>
        <a:xfrm xmlns:a="http://schemas.openxmlformats.org/drawingml/2006/main">
          <a:off x="3954021" y="1881875"/>
          <a:ext cx="914360" cy="2660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fr-FR" sz="1100" dirty="0"/>
            <a:t>Fév-24</a:t>
          </a:r>
        </a:p>
      </cdr:txBody>
    </cdr:sp>
  </cdr:relSizeAnchor>
  <cdr:relSizeAnchor xmlns:cdr="http://schemas.openxmlformats.org/drawingml/2006/chartDrawing">
    <cdr:from>
      <cdr:x>0.705</cdr:x>
      <cdr:y>0.79246</cdr:y>
    </cdr:from>
    <cdr:to>
      <cdr:x>0.8178</cdr:x>
      <cdr:y>0.90286</cdr:y>
    </cdr:to>
    <cdr:sp macro="" textlink="">
      <cdr:nvSpPr>
        <cdr:cNvPr id="4" name="ZoneTexte 1"/>
        <cdr:cNvSpPr txBox="1"/>
      </cdr:nvSpPr>
      <cdr:spPr>
        <a:xfrm xmlns:a="http://schemas.openxmlformats.org/drawingml/2006/main">
          <a:off x="5714741" y="1909454"/>
          <a:ext cx="914360" cy="2660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fr-FR" sz="1100" dirty="0"/>
            <a:t>Fév-25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bfc9412d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bfc9412d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7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01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81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20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40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25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23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401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949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608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720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6340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2691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69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845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1845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8458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4164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9861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736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246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8647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967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73272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1055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185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33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386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874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0790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3192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4229-FDA3-419F-948E-EC3B542A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5"/>
            <a:ext cx="7886700" cy="57607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5E140-8BC8-449A-8EB6-5236A468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5C2E-AF49-4B3E-833F-5946220A398E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E766-E3A6-4451-8208-02143C37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041C4-DDAB-4C12-865A-AD93CBA2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920-2F4F-4D88-AD0A-053AE5A679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99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02870"/>
            <a:ext cx="7348373" cy="53091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916" y="633784"/>
            <a:ext cx="7348373" cy="556276"/>
          </a:xfrm>
        </p:spPr>
        <p:txBody>
          <a:bodyPr wrap="square">
            <a:spAutoFit/>
          </a:bodyPr>
          <a:lstStyle>
            <a:lvl1pPr marL="0" indent="0" algn="l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8322384" y="4330860"/>
            <a:ext cx="821616" cy="8126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66366" y="172154"/>
            <a:ext cx="1220830" cy="3383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7892075" y="71894"/>
            <a:ext cx="1195121" cy="540060"/>
          </a:xfrm>
          <a:prstGeom prst="rect">
            <a:avLst/>
          </a:prstGeom>
          <a:solidFill>
            <a:schemeClr val="tx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D3F8B-5C23-4DFB-B383-57F106C28117}"/>
              </a:ext>
            </a:extLst>
          </p:cNvPr>
          <p:cNvSpPr/>
          <p:nvPr userDrawn="1"/>
        </p:nvSpPr>
        <p:spPr>
          <a:xfrm>
            <a:off x="467915" y="1221599"/>
            <a:ext cx="8211743" cy="17830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0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F52917-E438-49D4-A3EB-D22FB856CEAE}"/>
              </a:ext>
            </a:extLst>
          </p:cNvPr>
          <p:cNvSpPr/>
          <p:nvPr userDrawn="1"/>
        </p:nvSpPr>
        <p:spPr>
          <a:xfrm>
            <a:off x="467915" y="3174606"/>
            <a:ext cx="4018359" cy="17830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0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9E819C-5C50-4149-AD24-CA936B023CE3}"/>
              </a:ext>
            </a:extLst>
          </p:cNvPr>
          <p:cNvSpPr/>
          <p:nvPr userDrawn="1"/>
        </p:nvSpPr>
        <p:spPr>
          <a:xfrm>
            <a:off x="4657725" y="3174606"/>
            <a:ext cx="4021933" cy="17830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05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8E4BABE4-0F8C-4266-8736-3137E242185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57724" y="3535591"/>
            <a:ext cx="4018788" cy="1422095"/>
          </a:xfrm>
        </p:spPr>
        <p:txBody>
          <a:bodyPr>
            <a:normAutofit/>
          </a:bodyPr>
          <a:lstStyle>
            <a:lvl1pPr>
              <a:spcAft>
                <a:spcPts val="1350"/>
              </a:spcAft>
              <a:defRPr sz="1800"/>
            </a:lvl1pPr>
            <a:lvl2pPr>
              <a:spcAft>
                <a:spcPts val="1350"/>
              </a:spcAft>
              <a:defRPr sz="1500"/>
            </a:lvl2pPr>
            <a:lvl3pPr>
              <a:spcAft>
                <a:spcPts val="1350"/>
              </a:spcAft>
              <a:defRPr sz="1350"/>
            </a:lvl3pPr>
            <a:lvl4pPr>
              <a:spcAft>
                <a:spcPts val="1350"/>
              </a:spcAft>
              <a:defRPr sz="1200"/>
            </a:lvl4pPr>
            <a:lvl5pPr>
              <a:spcAft>
                <a:spcPts val="1350"/>
              </a:spcAft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995D739-6EA4-4F96-BE92-FF9E81FC8F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15" y="3535591"/>
            <a:ext cx="4018788" cy="1422095"/>
          </a:xfrm>
        </p:spPr>
        <p:txBody>
          <a:bodyPr>
            <a:normAutofit/>
          </a:bodyPr>
          <a:lstStyle>
            <a:lvl1pPr>
              <a:spcAft>
                <a:spcPts val="1350"/>
              </a:spcAft>
              <a:defRPr sz="1800"/>
            </a:lvl1pPr>
            <a:lvl2pPr>
              <a:spcAft>
                <a:spcPts val="1350"/>
              </a:spcAft>
              <a:defRPr sz="1500"/>
            </a:lvl2pPr>
            <a:lvl3pPr>
              <a:spcAft>
                <a:spcPts val="1350"/>
              </a:spcAft>
              <a:defRPr sz="1350"/>
            </a:lvl3pPr>
            <a:lvl4pPr>
              <a:spcAft>
                <a:spcPts val="1350"/>
              </a:spcAft>
              <a:defRPr sz="1200"/>
            </a:lvl4pPr>
            <a:lvl5pPr>
              <a:spcAft>
                <a:spcPts val="1350"/>
              </a:spcAft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54519F-9821-44F4-86EC-5C970BC0DBA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915" y="1221599"/>
            <a:ext cx="8209026" cy="1783080"/>
          </a:xfrm>
        </p:spPr>
        <p:txBody>
          <a:bodyPr>
            <a:normAutofit/>
          </a:bodyPr>
          <a:lstStyle>
            <a:lvl1pPr>
              <a:spcAft>
                <a:spcPts val="1350"/>
              </a:spcAft>
              <a:defRPr sz="1800"/>
            </a:lvl1pPr>
            <a:lvl2pPr>
              <a:spcAft>
                <a:spcPts val="1350"/>
              </a:spcAft>
              <a:defRPr sz="1500"/>
            </a:lvl2pPr>
            <a:lvl3pPr>
              <a:spcAft>
                <a:spcPts val="1350"/>
              </a:spcAft>
              <a:defRPr sz="1350"/>
            </a:lvl3pPr>
            <a:lvl4pPr>
              <a:spcAft>
                <a:spcPts val="1350"/>
              </a:spcAft>
              <a:defRPr sz="1200"/>
            </a:lvl4pPr>
            <a:lvl5pPr>
              <a:spcAft>
                <a:spcPts val="1350"/>
              </a:spcAft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27C14C-9042-4AF0-992D-124873C3AC5C}"/>
              </a:ext>
            </a:extLst>
          </p:cNvPr>
          <p:cNvSpPr/>
          <p:nvPr userDrawn="1"/>
        </p:nvSpPr>
        <p:spPr>
          <a:xfrm>
            <a:off x="467915" y="3174606"/>
            <a:ext cx="4018359" cy="36313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DDC479-D4C9-43C3-B0D5-C62D6FC6900B}"/>
              </a:ext>
            </a:extLst>
          </p:cNvPr>
          <p:cNvSpPr/>
          <p:nvPr userDrawn="1"/>
        </p:nvSpPr>
        <p:spPr>
          <a:xfrm>
            <a:off x="4657725" y="3174606"/>
            <a:ext cx="4021933" cy="363137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1BDBC9C-1AFC-4AD0-9548-A79C07FBBF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915" y="3174606"/>
            <a:ext cx="4018788" cy="3609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3E8A295-DABE-4F70-B1CC-6332F1D43A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57724" y="3174606"/>
            <a:ext cx="4018788" cy="3609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90948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60AD9D7-EF36-41FA-9E85-0DD933FB611A}"/>
              </a:ext>
            </a:extLst>
          </p:cNvPr>
          <p:cNvSpPr/>
          <p:nvPr userDrawn="1"/>
        </p:nvSpPr>
        <p:spPr>
          <a:xfrm>
            <a:off x="467486" y="1836499"/>
            <a:ext cx="4018359" cy="50361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543B8A-433A-4FC3-868D-C290CC4C9F81}"/>
              </a:ext>
            </a:extLst>
          </p:cNvPr>
          <p:cNvSpPr/>
          <p:nvPr userDrawn="1"/>
        </p:nvSpPr>
        <p:spPr>
          <a:xfrm>
            <a:off x="4657296" y="1836499"/>
            <a:ext cx="4021933" cy="50361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CDF3F1A-9E8F-408C-98BF-87FA184753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7486" y="1836499"/>
            <a:ext cx="4018788" cy="5006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F2F9D68-2191-4164-990A-3B95664EBC9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57295" y="1836499"/>
            <a:ext cx="4018788" cy="5006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B8A607-C055-4261-8DFA-858DAF9CD3DD}"/>
              </a:ext>
            </a:extLst>
          </p:cNvPr>
          <p:cNvSpPr/>
          <p:nvPr userDrawn="1"/>
        </p:nvSpPr>
        <p:spPr>
          <a:xfrm>
            <a:off x="467915" y="1196127"/>
            <a:ext cx="4018359" cy="50361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F8060B-80F8-4BD8-BF75-63AA11A9900C}"/>
              </a:ext>
            </a:extLst>
          </p:cNvPr>
          <p:cNvSpPr/>
          <p:nvPr userDrawn="1"/>
        </p:nvSpPr>
        <p:spPr>
          <a:xfrm>
            <a:off x="4657725" y="1196127"/>
            <a:ext cx="4021933" cy="50361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6A54C2-0B0F-4EDF-906D-3AF313A798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915" y="1196127"/>
            <a:ext cx="4018788" cy="5006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32D3807D-2CBD-4EB4-8343-BCE381F1F7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7724" y="1196127"/>
            <a:ext cx="4018788" cy="5006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02870"/>
            <a:ext cx="7348373" cy="53091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916" y="633784"/>
            <a:ext cx="7348373" cy="556276"/>
          </a:xfrm>
        </p:spPr>
        <p:txBody>
          <a:bodyPr wrap="square">
            <a:spAutoFit/>
          </a:bodyPr>
          <a:lstStyle>
            <a:lvl1pPr marL="0" indent="0" algn="l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8322384" y="4330860"/>
            <a:ext cx="821616" cy="8126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66366" y="172154"/>
            <a:ext cx="1220830" cy="3383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7892075" y="71894"/>
            <a:ext cx="1195121" cy="540060"/>
          </a:xfrm>
          <a:prstGeom prst="rect">
            <a:avLst/>
          </a:prstGeom>
          <a:solidFill>
            <a:schemeClr val="tx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48F265-4383-4BBB-BF05-0186D74C56E4}"/>
              </a:ext>
            </a:extLst>
          </p:cNvPr>
          <p:cNvSpPr/>
          <p:nvPr userDrawn="1"/>
        </p:nvSpPr>
        <p:spPr>
          <a:xfrm>
            <a:off x="467915" y="2473887"/>
            <a:ext cx="4018359" cy="248379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0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B5719D-2B47-4172-B92E-70A3E701AAF0}"/>
              </a:ext>
            </a:extLst>
          </p:cNvPr>
          <p:cNvSpPr/>
          <p:nvPr userDrawn="1"/>
        </p:nvSpPr>
        <p:spPr>
          <a:xfrm>
            <a:off x="4657725" y="2473887"/>
            <a:ext cx="4021933" cy="248379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05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3DDF3CD4-2912-4D2E-A619-63AE85FB2E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57724" y="2473887"/>
            <a:ext cx="4018788" cy="2483799"/>
          </a:xfrm>
        </p:spPr>
        <p:txBody>
          <a:bodyPr>
            <a:normAutofit/>
          </a:bodyPr>
          <a:lstStyle>
            <a:lvl1pPr>
              <a:spcAft>
                <a:spcPts val="1350"/>
              </a:spcAft>
              <a:defRPr sz="1800"/>
            </a:lvl1pPr>
            <a:lvl2pPr>
              <a:spcAft>
                <a:spcPts val="1350"/>
              </a:spcAft>
              <a:defRPr sz="1500"/>
            </a:lvl2pPr>
            <a:lvl3pPr>
              <a:spcAft>
                <a:spcPts val="1350"/>
              </a:spcAft>
              <a:defRPr sz="1350"/>
            </a:lvl3pPr>
            <a:lvl4pPr>
              <a:spcAft>
                <a:spcPts val="1350"/>
              </a:spcAft>
              <a:defRPr sz="1200"/>
            </a:lvl4pPr>
            <a:lvl5pPr>
              <a:spcAft>
                <a:spcPts val="1350"/>
              </a:spcAft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2505824D-727D-4E62-B0C5-F1C6D4CACB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15" y="2473887"/>
            <a:ext cx="4018788" cy="2483799"/>
          </a:xfrm>
        </p:spPr>
        <p:txBody>
          <a:bodyPr>
            <a:normAutofit/>
          </a:bodyPr>
          <a:lstStyle>
            <a:lvl1pPr>
              <a:spcAft>
                <a:spcPts val="1350"/>
              </a:spcAft>
              <a:defRPr sz="1800"/>
            </a:lvl1pPr>
            <a:lvl2pPr>
              <a:spcAft>
                <a:spcPts val="1350"/>
              </a:spcAft>
              <a:defRPr sz="1500"/>
            </a:lvl2pPr>
            <a:lvl3pPr>
              <a:spcAft>
                <a:spcPts val="1350"/>
              </a:spcAft>
              <a:defRPr sz="1350"/>
            </a:lvl3pPr>
            <a:lvl4pPr>
              <a:spcAft>
                <a:spcPts val="1350"/>
              </a:spcAft>
              <a:defRPr sz="1200"/>
            </a:lvl4pPr>
            <a:lvl5pPr>
              <a:spcAft>
                <a:spcPts val="1350"/>
              </a:spcAft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923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3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  <p:sldLayoutId id="2147484078" r:id="rId21"/>
    <p:sldLayoutId id="2147484079" r:id="rId22"/>
    <p:sldLayoutId id="2147484080" r:id="rId23"/>
    <p:sldLayoutId id="2147484081" r:id="rId24"/>
    <p:sldLayoutId id="2147484082" r:id="rId25"/>
    <p:sldLayoutId id="2147484083" r:id="rId26"/>
    <p:sldLayoutId id="2147484084" r:id="rId27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87"/>
            <a:ext cx="4010025" cy="5144787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102443" y="1323717"/>
            <a:ext cx="4796460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500" dirty="0"/>
              <a:t>Analyse et comparaison des Indicateurs de maintenance et ratios énergie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728518" y="2718486"/>
            <a:ext cx="41703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Évaluation des budgets, ratios techniques et énergétiques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tendances des deux premier mois des 3 dernières années 2023/2024/2025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684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6"/>
          <p:cNvGrpSpPr/>
          <p:nvPr/>
        </p:nvGrpSpPr>
        <p:grpSpPr>
          <a:xfrm>
            <a:off x="4572000" y="3126925"/>
            <a:ext cx="1917725" cy="497100"/>
            <a:chOff x="4572000" y="3126925"/>
            <a:chExt cx="1917725" cy="497100"/>
          </a:xfrm>
        </p:grpSpPr>
        <p:cxnSp>
          <p:nvCxnSpPr>
            <p:cNvPr id="86" name="Google Shape;86;p16"/>
            <p:cNvCxnSpPr/>
            <p:nvPr/>
          </p:nvCxnSpPr>
          <p:spPr>
            <a:xfrm>
              <a:off x="4572000" y="3375475"/>
              <a:ext cx="1279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87" name="Google Shape;87;p16"/>
            <p:cNvSpPr/>
            <p:nvPr/>
          </p:nvSpPr>
          <p:spPr>
            <a:xfrm>
              <a:off x="5992625" y="3126925"/>
              <a:ext cx="497100" cy="497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5923991" y="3153414"/>
            <a:ext cx="2762809" cy="765000"/>
            <a:chOff x="6395666" y="3166400"/>
            <a:chExt cx="2762809" cy="765000"/>
          </a:xfrm>
        </p:grpSpPr>
        <p:sp>
          <p:nvSpPr>
            <p:cNvPr id="89" name="Google Shape;89;p16"/>
            <p:cNvSpPr txBox="1"/>
            <p:nvPr/>
          </p:nvSpPr>
          <p:spPr>
            <a:xfrm>
              <a:off x="6395666" y="3166400"/>
              <a:ext cx="2762809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" sz="1700" dirty="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Ratios </a:t>
              </a:r>
              <a:r>
                <a:rPr lang="fr-FR" sz="1700" dirty="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énergétiques</a:t>
              </a:r>
              <a:endParaRPr sz="1700" dirty="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6640175" y="3166400"/>
              <a:ext cx="2046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2644925" y="3126925"/>
            <a:ext cx="1927075" cy="497100"/>
            <a:chOff x="2644925" y="3126925"/>
            <a:chExt cx="1927075" cy="497100"/>
          </a:xfrm>
        </p:grpSpPr>
        <p:cxnSp>
          <p:nvCxnSpPr>
            <p:cNvPr id="92" name="Google Shape;92;p16"/>
            <p:cNvCxnSpPr/>
            <p:nvPr/>
          </p:nvCxnSpPr>
          <p:spPr>
            <a:xfrm>
              <a:off x="3292500" y="3375475"/>
              <a:ext cx="1279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93" name="Google Shape;93;p16"/>
            <p:cNvSpPr/>
            <p:nvPr/>
          </p:nvSpPr>
          <p:spPr>
            <a:xfrm>
              <a:off x="2644925" y="3126925"/>
              <a:ext cx="497100" cy="497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1095425" y="3073114"/>
            <a:ext cx="2046600" cy="765000"/>
            <a:chOff x="1095425" y="3073114"/>
            <a:chExt cx="2046600" cy="765000"/>
          </a:xfrm>
        </p:grpSpPr>
        <p:sp>
          <p:nvSpPr>
            <p:cNvPr id="95" name="Google Shape;95;p16"/>
            <p:cNvSpPr txBox="1"/>
            <p:nvPr/>
          </p:nvSpPr>
          <p:spPr>
            <a:xfrm>
              <a:off x="1095425" y="3106314"/>
              <a:ext cx="2046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rgbClr val="00B05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TRS</a:t>
              </a:r>
              <a:endParaRPr sz="1700" dirty="0">
                <a:solidFill>
                  <a:srgbClr val="00B05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1495330" y="3073114"/>
              <a:ext cx="1147876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4572000" y="1873887"/>
            <a:ext cx="1917725" cy="497100"/>
            <a:chOff x="4572000" y="1873887"/>
            <a:chExt cx="1917725" cy="497100"/>
          </a:xfrm>
        </p:grpSpPr>
        <p:cxnSp>
          <p:nvCxnSpPr>
            <p:cNvPr id="98" name="Google Shape;98;p16"/>
            <p:cNvCxnSpPr/>
            <p:nvPr/>
          </p:nvCxnSpPr>
          <p:spPr>
            <a:xfrm>
              <a:off x="4572000" y="2122437"/>
              <a:ext cx="1279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99" name="Google Shape;99;p16"/>
            <p:cNvSpPr/>
            <p:nvPr/>
          </p:nvSpPr>
          <p:spPr>
            <a:xfrm>
              <a:off x="5992625" y="1873887"/>
              <a:ext cx="497100" cy="497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16"/>
          <p:cNvSpPr txBox="1"/>
          <p:nvPr/>
        </p:nvSpPr>
        <p:spPr>
          <a:xfrm>
            <a:off x="6539051" y="1913361"/>
            <a:ext cx="2248848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Budget maintenance</a:t>
            </a:r>
            <a:endParaRPr sz="17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03" name="Google Shape;103;p16"/>
          <p:cNvGrpSpPr/>
          <p:nvPr/>
        </p:nvGrpSpPr>
        <p:grpSpPr>
          <a:xfrm>
            <a:off x="2644925" y="1873887"/>
            <a:ext cx="1927075" cy="497100"/>
            <a:chOff x="2644925" y="1873887"/>
            <a:chExt cx="1927075" cy="497100"/>
          </a:xfrm>
        </p:grpSpPr>
        <p:sp>
          <p:nvSpPr>
            <p:cNvPr id="104" name="Google Shape;104;p16"/>
            <p:cNvSpPr/>
            <p:nvPr/>
          </p:nvSpPr>
          <p:spPr>
            <a:xfrm>
              <a:off x="2644925" y="1873887"/>
              <a:ext cx="497100" cy="497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5" name="Google Shape;105;p16"/>
            <p:cNvCxnSpPr/>
            <p:nvPr/>
          </p:nvCxnSpPr>
          <p:spPr>
            <a:xfrm>
              <a:off x="3292500" y="2122437"/>
              <a:ext cx="1279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grpSp>
        <p:nvGrpSpPr>
          <p:cNvPr id="106" name="Google Shape;106;p16"/>
          <p:cNvGrpSpPr/>
          <p:nvPr/>
        </p:nvGrpSpPr>
        <p:grpSpPr>
          <a:xfrm>
            <a:off x="414767" y="1844669"/>
            <a:ext cx="2089033" cy="833692"/>
            <a:chOff x="414767" y="1844670"/>
            <a:chExt cx="2089033" cy="833692"/>
          </a:xfrm>
        </p:grpSpPr>
        <p:sp>
          <p:nvSpPr>
            <p:cNvPr id="107" name="Google Shape;107;p16"/>
            <p:cNvSpPr txBox="1"/>
            <p:nvPr/>
          </p:nvSpPr>
          <p:spPr>
            <a:xfrm>
              <a:off x="457200" y="1913362"/>
              <a:ext cx="2046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414767" y="1844670"/>
              <a:ext cx="2046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Temps d’arrêt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2774187" y="2003467"/>
            <a:ext cx="238572" cy="237940"/>
            <a:chOff x="-30735200" y="3910925"/>
            <a:chExt cx="292225" cy="291450"/>
          </a:xfrm>
        </p:grpSpPr>
        <p:sp>
          <p:nvSpPr>
            <p:cNvPr id="110" name="Google Shape;110;p16"/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2779028" y="3256362"/>
            <a:ext cx="238251" cy="238262"/>
            <a:chOff x="2685825" y="840375"/>
            <a:chExt cx="481900" cy="481825"/>
          </a:xfrm>
        </p:grpSpPr>
        <p:sp>
          <p:nvSpPr>
            <p:cNvPr id="124" name="Google Shape;124;p1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255300" y="1103625"/>
            <a:ext cx="2634275" cy="3629137"/>
            <a:chOff x="3255300" y="1103625"/>
            <a:chExt cx="2634275" cy="3629137"/>
          </a:xfrm>
        </p:grpSpPr>
        <p:sp>
          <p:nvSpPr>
            <p:cNvPr id="127" name="Google Shape;127;p16"/>
            <p:cNvSpPr/>
            <p:nvPr/>
          </p:nvSpPr>
          <p:spPr>
            <a:xfrm>
              <a:off x="3408600" y="4162413"/>
              <a:ext cx="2327400" cy="570350"/>
            </a:xfrm>
            <a:custGeom>
              <a:avLst/>
              <a:gdLst/>
              <a:ahLst/>
              <a:cxnLst/>
              <a:rect l="l" t="t" r="r" b="b"/>
              <a:pathLst>
                <a:path w="93096" h="22814" extrusionOk="0">
                  <a:moveTo>
                    <a:pt x="46554" y="1"/>
                  </a:moveTo>
                  <a:cubicBezTo>
                    <a:pt x="27170" y="1"/>
                    <a:pt x="7715" y="3227"/>
                    <a:pt x="1834" y="8288"/>
                  </a:cubicBezTo>
                  <a:cubicBezTo>
                    <a:pt x="1750" y="8359"/>
                    <a:pt x="1667" y="8442"/>
                    <a:pt x="1584" y="8514"/>
                  </a:cubicBezTo>
                  <a:lnTo>
                    <a:pt x="12" y="8514"/>
                  </a:lnTo>
                  <a:lnTo>
                    <a:pt x="24" y="11169"/>
                  </a:lnTo>
                  <a:cubicBezTo>
                    <a:pt x="0" y="11407"/>
                    <a:pt x="0" y="11633"/>
                    <a:pt x="36" y="11871"/>
                  </a:cubicBezTo>
                  <a:lnTo>
                    <a:pt x="36" y="11883"/>
                  </a:lnTo>
                  <a:cubicBezTo>
                    <a:pt x="798" y="17574"/>
                    <a:pt x="18431" y="22813"/>
                    <a:pt x="46554" y="22813"/>
                  </a:cubicBezTo>
                  <a:cubicBezTo>
                    <a:pt x="74890" y="22813"/>
                    <a:pt x="92571" y="17491"/>
                    <a:pt x="93083" y="11752"/>
                  </a:cubicBezTo>
                  <a:lnTo>
                    <a:pt x="93083" y="11729"/>
                  </a:lnTo>
                  <a:cubicBezTo>
                    <a:pt x="93095" y="11574"/>
                    <a:pt x="93095" y="11407"/>
                    <a:pt x="93083" y="11240"/>
                  </a:cubicBezTo>
                  <a:lnTo>
                    <a:pt x="93083" y="8585"/>
                  </a:lnTo>
                  <a:lnTo>
                    <a:pt x="91595" y="8585"/>
                  </a:lnTo>
                  <a:cubicBezTo>
                    <a:pt x="91488" y="8490"/>
                    <a:pt x="91381" y="8383"/>
                    <a:pt x="91273" y="8288"/>
                  </a:cubicBezTo>
                  <a:cubicBezTo>
                    <a:pt x="85392" y="3227"/>
                    <a:pt x="65937" y="1"/>
                    <a:pt x="46554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314225" y="4094563"/>
              <a:ext cx="2516125" cy="544425"/>
            </a:xfrm>
            <a:custGeom>
              <a:avLst/>
              <a:gdLst/>
              <a:ahLst/>
              <a:cxnLst/>
              <a:rect l="l" t="t" r="r" b="b"/>
              <a:pathLst>
                <a:path w="100645" h="21777" extrusionOk="0">
                  <a:moveTo>
                    <a:pt x="50329" y="0"/>
                  </a:moveTo>
                  <a:cubicBezTo>
                    <a:pt x="31814" y="0"/>
                    <a:pt x="13229" y="3072"/>
                    <a:pt x="7621" y="7906"/>
                  </a:cubicBezTo>
                  <a:cubicBezTo>
                    <a:pt x="1" y="14466"/>
                    <a:pt x="17848" y="21777"/>
                    <a:pt x="50329" y="21777"/>
                  </a:cubicBezTo>
                  <a:cubicBezTo>
                    <a:pt x="82809" y="21777"/>
                    <a:pt x="100644" y="14466"/>
                    <a:pt x="93036" y="7906"/>
                  </a:cubicBezTo>
                  <a:cubicBezTo>
                    <a:pt x="87428" y="3072"/>
                    <a:pt x="68843" y="0"/>
                    <a:pt x="503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3255300" y="4086213"/>
              <a:ext cx="2634275" cy="570050"/>
            </a:xfrm>
            <a:custGeom>
              <a:avLst/>
              <a:gdLst/>
              <a:ahLst/>
              <a:cxnLst/>
              <a:rect l="l" t="t" r="r" b="b"/>
              <a:pathLst>
                <a:path w="105371" h="22802" extrusionOk="0">
                  <a:moveTo>
                    <a:pt x="52686" y="977"/>
                  </a:moveTo>
                  <a:cubicBezTo>
                    <a:pt x="68652" y="977"/>
                    <a:pt x="84082" y="3537"/>
                    <a:pt x="87821" y="7395"/>
                  </a:cubicBezTo>
                  <a:cubicBezTo>
                    <a:pt x="92560" y="12288"/>
                    <a:pt x="77403" y="17348"/>
                    <a:pt x="52686" y="17348"/>
                  </a:cubicBezTo>
                  <a:cubicBezTo>
                    <a:pt x="27968" y="17348"/>
                    <a:pt x="12812" y="12288"/>
                    <a:pt x="17550" y="7395"/>
                  </a:cubicBezTo>
                  <a:cubicBezTo>
                    <a:pt x="21277" y="3537"/>
                    <a:pt x="36719" y="977"/>
                    <a:pt x="52686" y="977"/>
                  </a:cubicBezTo>
                  <a:close/>
                  <a:moveTo>
                    <a:pt x="52686" y="1"/>
                  </a:moveTo>
                  <a:cubicBezTo>
                    <a:pt x="33302" y="1"/>
                    <a:pt x="13847" y="3216"/>
                    <a:pt x="7966" y="8276"/>
                  </a:cubicBezTo>
                  <a:cubicBezTo>
                    <a:pt x="0" y="15146"/>
                    <a:pt x="18681" y="22801"/>
                    <a:pt x="52686" y="22801"/>
                  </a:cubicBezTo>
                  <a:cubicBezTo>
                    <a:pt x="86690" y="22801"/>
                    <a:pt x="105371" y="15146"/>
                    <a:pt x="97405" y="8276"/>
                  </a:cubicBezTo>
                  <a:cubicBezTo>
                    <a:pt x="91524" y="3216"/>
                    <a:pt x="72069" y="1"/>
                    <a:pt x="5268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3852100" y="4137713"/>
              <a:ext cx="1440375" cy="299475"/>
            </a:xfrm>
            <a:custGeom>
              <a:avLst/>
              <a:gdLst/>
              <a:ahLst/>
              <a:cxnLst/>
              <a:rect l="l" t="t" r="r" b="b"/>
              <a:pathLst>
                <a:path w="57615" h="11979" extrusionOk="0">
                  <a:moveTo>
                    <a:pt x="28814" y="703"/>
                  </a:moveTo>
                  <a:cubicBezTo>
                    <a:pt x="38803" y="703"/>
                    <a:pt x="47685" y="2406"/>
                    <a:pt x="48745" y="4716"/>
                  </a:cubicBezTo>
                  <a:cubicBezTo>
                    <a:pt x="49911" y="7311"/>
                    <a:pt x="41053" y="9645"/>
                    <a:pt x="28814" y="9645"/>
                  </a:cubicBezTo>
                  <a:cubicBezTo>
                    <a:pt x="16574" y="9645"/>
                    <a:pt x="7704" y="7311"/>
                    <a:pt x="8883" y="4716"/>
                  </a:cubicBezTo>
                  <a:cubicBezTo>
                    <a:pt x="9930" y="2406"/>
                    <a:pt x="18812" y="703"/>
                    <a:pt x="28814" y="703"/>
                  </a:cubicBezTo>
                  <a:close/>
                  <a:moveTo>
                    <a:pt x="28814" y="1"/>
                  </a:moveTo>
                  <a:cubicBezTo>
                    <a:pt x="16324" y="1"/>
                    <a:pt x="4703" y="2060"/>
                    <a:pt x="2560" y="5025"/>
                  </a:cubicBezTo>
                  <a:cubicBezTo>
                    <a:pt x="0" y="8561"/>
                    <a:pt x="11538" y="11978"/>
                    <a:pt x="28814" y="11978"/>
                  </a:cubicBezTo>
                  <a:cubicBezTo>
                    <a:pt x="46090" y="11978"/>
                    <a:pt x="57615" y="8561"/>
                    <a:pt x="55067" y="5025"/>
                  </a:cubicBezTo>
                  <a:cubicBezTo>
                    <a:pt x="52924" y="2060"/>
                    <a:pt x="41303" y="1"/>
                    <a:pt x="288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4272975" y="4178788"/>
              <a:ext cx="598925" cy="129500"/>
            </a:xfrm>
            <a:custGeom>
              <a:avLst/>
              <a:gdLst/>
              <a:ahLst/>
              <a:cxnLst/>
              <a:rect l="l" t="t" r="r" b="b"/>
              <a:pathLst>
                <a:path w="23957" h="5180" extrusionOk="0">
                  <a:moveTo>
                    <a:pt x="11979" y="1"/>
                  </a:moveTo>
                  <a:cubicBezTo>
                    <a:pt x="5883" y="1"/>
                    <a:pt x="691" y="1060"/>
                    <a:pt x="358" y="2453"/>
                  </a:cubicBezTo>
                  <a:cubicBezTo>
                    <a:pt x="1" y="3918"/>
                    <a:pt x="5192" y="5180"/>
                    <a:pt x="11979" y="5180"/>
                  </a:cubicBezTo>
                  <a:cubicBezTo>
                    <a:pt x="18753" y="5180"/>
                    <a:pt x="23956" y="3918"/>
                    <a:pt x="23599" y="2453"/>
                  </a:cubicBezTo>
                  <a:cubicBezTo>
                    <a:pt x="23266" y="1060"/>
                    <a:pt x="18075" y="1"/>
                    <a:pt x="119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4555750" y="4101988"/>
              <a:ext cx="480750" cy="143875"/>
            </a:xfrm>
            <a:custGeom>
              <a:avLst/>
              <a:gdLst/>
              <a:ahLst/>
              <a:cxnLst/>
              <a:rect l="l" t="t" r="r" b="b"/>
              <a:pathLst>
                <a:path w="19230" h="5755" extrusionOk="0">
                  <a:moveTo>
                    <a:pt x="15586" y="1"/>
                  </a:moveTo>
                  <a:lnTo>
                    <a:pt x="537" y="5394"/>
                  </a:lnTo>
                  <a:cubicBezTo>
                    <a:pt x="441" y="5418"/>
                    <a:pt x="1" y="5585"/>
                    <a:pt x="382" y="5656"/>
                  </a:cubicBezTo>
                  <a:cubicBezTo>
                    <a:pt x="382" y="5656"/>
                    <a:pt x="805" y="5755"/>
                    <a:pt x="953" y="5755"/>
                  </a:cubicBezTo>
                  <a:cubicBezTo>
                    <a:pt x="968" y="5755"/>
                    <a:pt x="980" y="5754"/>
                    <a:pt x="989" y="5752"/>
                  </a:cubicBezTo>
                  <a:lnTo>
                    <a:pt x="19229" y="358"/>
                  </a:lnTo>
                  <a:cubicBezTo>
                    <a:pt x="18027" y="227"/>
                    <a:pt x="16812" y="108"/>
                    <a:pt x="15586" y="1"/>
                  </a:cubicBezTo>
                  <a:close/>
                </a:path>
              </a:pathLst>
            </a:custGeom>
            <a:solidFill>
              <a:srgbClr val="000000">
                <a:alpha val="312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4583875" y="1138013"/>
              <a:ext cx="144975" cy="497100"/>
            </a:xfrm>
            <a:custGeom>
              <a:avLst/>
              <a:gdLst/>
              <a:ahLst/>
              <a:cxnLst/>
              <a:rect l="l" t="t" r="r" b="b"/>
              <a:pathLst>
                <a:path w="5799" h="19884" extrusionOk="0">
                  <a:moveTo>
                    <a:pt x="5799" y="0"/>
                  </a:moveTo>
                  <a:lnTo>
                    <a:pt x="0" y="1905"/>
                  </a:lnTo>
                  <a:lnTo>
                    <a:pt x="0" y="19884"/>
                  </a:lnTo>
                  <a:cubicBezTo>
                    <a:pt x="5644" y="17336"/>
                    <a:pt x="5799" y="12109"/>
                    <a:pt x="5799" y="12109"/>
                  </a:cubicBezTo>
                  <a:lnTo>
                    <a:pt x="57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4415100" y="1138013"/>
              <a:ext cx="144975" cy="497100"/>
            </a:xfrm>
            <a:custGeom>
              <a:avLst/>
              <a:gdLst/>
              <a:ahLst/>
              <a:cxnLst/>
              <a:rect l="l" t="t" r="r" b="b"/>
              <a:pathLst>
                <a:path w="5799" h="19884" extrusionOk="0">
                  <a:moveTo>
                    <a:pt x="1" y="0"/>
                  </a:moveTo>
                  <a:lnTo>
                    <a:pt x="1" y="12109"/>
                  </a:lnTo>
                  <a:cubicBezTo>
                    <a:pt x="1" y="12109"/>
                    <a:pt x="167" y="17336"/>
                    <a:pt x="5799" y="19884"/>
                  </a:cubicBezTo>
                  <a:lnTo>
                    <a:pt x="5799" y="19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4559188" y="1103625"/>
              <a:ext cx="26500" cy="3144975"/>
            </a:xfrm>
            <a:custGeom>
              <a:avLst/>
              <a:gdLst/>
              <a:ahLst/>
              <a:cxnLst/>
              <a:rect l="l" t="t" r="r" b="b"/>
              <a:pathLst>
                <a:path w="1060" h="104990" extrusionOk="0">
                  <a:moveTo>
                    <a:pt x="476" y="1"/>
                  </a:moveTo>
                  <a:cubicBezTo>
                    <a:pt x="215" y="1"/>
                    <a:pt x="0" y="215"/>
                    <a:pt x="0" y="477"/>
                  </a:cubicBezTo>
                  <a:lnTo>
                    <a:pt x="0" y="104514"/>
                  </a:lnTo>
                  <a:cubicBezTo>
                    <a:pt x="0" y="104776"/>
                    <a:pt x="215" y="104990"/>
                    <a:pt x="476" y="104990"/>
                  </a:cubicBezTo>
                  <a:lnTo>
                    <a:pt x="584" y="104990"/>
                  </a:lnTo>
                  <a:cubicBezTo>
                    <a:pt x="846" y="104990"/>
                    <a:pt x="1060" y="104776"/>
                    <a:pt x="1060" y="104514"/>
                  </a:cubicBezTo>
                  <a:lnTo>
                    <a:pt x="1060" y="477"/>
                  </a:lnTo>
                  <a:cubicBezTo>
                    <a:pt x="1060" y="215"/>
                    <a:pt x="846" y="1"/>
                    <a:pt x="5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oleil 2"/>
          <p:cNvSpPr/>
          <p:nvPr/>
        </p:nvSpPr>
        <p:spPr>
          <a:xfrm>
            <a:off x="6076283" y="3198498"/>
            <a:ext cx="329784" cy="354474"/>
          </a:xfrm>
          <a:prstGeom prst="sun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6076283" y="1935071"/>
            <a:ext cx="4134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bg1"/>
                </a:solidFill>
                <a:latin typeface="Google Sans"/>
              </a:rPr>
              <a:t>$</a:t>
            </a:r>
            <a:endParaRPr lang="fr-FR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3224-DB10-D269-2691-33DF96A9D2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19113"/>
            <a:ext cx="8054975" cy="2889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</a:t>
            </a:r>
            <a:r>
              <a:rPr lang="fr-FR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Coût</a:t>
            </a:r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de maintenance Réalisé / Budgétisé</a:t>
            </a:r>
            <a:b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</a:br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               </a:t>
            </a:r>
            <a:endParaRPr lang="en-US" sz="2700" dirty="0">
              <a:latin typeface="+mn-lt"/>
            </a:endParaRPr>
          </a:p>
        </p:txBody>
      </p:sp>
      <p:sp>
        <p:nvSpPr>
          <p:cNvPr id="4" name="Rounded Rectangle 89">
            <a:extLst>
              <a:ext uri="{FF2B5EF4-FFF2-40B4-BE49-F238E27FC236}">
                <a16:creationId xmlns:a16="http://schemas.microsoft.com/office/drawing/2014/main" id="{74351F5D-67CE-09B0-DFC1-43C5AD031BE4}"/>
              </a:ext>
            </a:extLst>
          </p:cNvPr>
          <p:cNvSpPr/>
          <p:nvPr/>
        </p:nvSpPr>
        <p:spPr>
          <a:xfrm>
            <a:off x="5979604" y="1322570"/>
            <a:ext cx="2342570" cy="2416264"/>
          </a:xfrm>
          <a:prstGeom prst="roundRect">
            <a:avLst>
              <a:gd name="adj" fmla="val 3973"/>
            </a:avLst>
          </a:prstGeom>
          <a:noFill/>
          <a:ln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2B8155A3-25BF-F5C8-E5DC-5194420EA76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6304564" y="1973848"/>
            <a:ext cx="1802618" cy="949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86" tIns="17143" rIns="34286" bIns="17143" numCol="1" anchor="t" anchorCtr="0" compatLnSpc="1">
            <a:prstTxWarp prst="textNoShape">
              <a:avLst/>
            </a:prstTxWarp>
          </a:bodyPr>
          <a:lstStyle/>
          <a:p>
            <a:endParaRPr lang="en-US" sz="675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9E7493-85D3-1ACE-4805-D3CBCDC6B43D}"/>
              </a:ext>
            </a:extLst>
          </p:cNvPr>
          <p:cNvSpPr txBox="1"/>
          <p:nvPr/>
        </p:nvSpPr>
        <p:spPr>
          <a:xfrm>
            <a:off x="6784945" y="2705210"/>
            <a:ext cx="754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accent3">
                    <a:lumMod val="75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20%</a:t>
            </a:r>
          </a:p>
        </p:txBody>
      </p:sp>
      <p:sp>
        <p:nvSpPr>
          <p:cNvPr id="14" name="Freeform 125">
            <a:extLst>
              <a:ext uri="{FF2B5EF4-FFF2-40B4-BE49-F238E27FC236}">
                <a16:creationId xmlns:a16="http://schemas.microsoft.com/office/drawing/2014/main" id="{63332B2A-53AF-5532-1718-C7B4CCF1A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947" y="2006649"/>
            <a:ext cx="1528409" cy="745661"/>
          </a:xfrm>
          <a:custGeom>
            <a:avLst/>
            <a:gdLst>
              <a:gd name="connsiteX0" fmla="*/ 7388225 w 7392987"/>
              <a:gd name="connsiteY0" fmla="*/ 3457575 h 3606800"/>
              <a:gd name="connsiteX1" fmla="*/ 7392987 w 7392987"/>
              <a:gd name="connsiteY1" fmla="*/ 3568700 h 3606800"/>
              <a:gd name="connsiteX2" fmla="*/ 6611939 w 7392987"/>
              <a:gd name="connsiteY2" fmla="*/ 3606800 h 3606800"/>
              <a:gd name="connsiteX3" fmla="*/ 6608763 w 7392987"/>
              <a:gd name="connsiteY3" fmla="*/ 3500438 h 3606800"/>
              <a:gd name="connsiteX4" fmla="*/ 4763 w 7392987"/>
              <a:gd name="connsiteY4" fmla="*/ 3457575 h 3606800"/>
              <a:gd name="connsiteX5" fmla="*/ 784225 w 7392987"/>
              <a:gd name="connsiteY5" fmla="*/ 3500438 h 3606800"/>
              <a:gd name="connsiteX6" fmla="*/ 779463 w 7392987"/>
              <a:gd name="connsiteY6" fmla="*/ 3606800 h 3606800"/>
              <a:gd name="connsiteX7" fmla="*/ 0 w 7392987"/>
              <a:gd name="connsiteY7" fmla="*/ 3568700 h 3606800"/>
              <a:gd name="connsiteX8" fmla="*/ 7370763 w 7392987"/>
              <a:gd name="connsiteY8" fmla="*/ 3267075 h 3606800"/>
              <a:gd name="connsiteX9" fmla="*/ 7383463 w 7392987"/>
              <a:gd name="connsiteY9" fmla="*/ 3371850 h 3606800"/>
              <a:gd name="connsiteX10" fmla="*/ 6604001 w 7392987"/>
              <a:gd name="connsiteY10" fmla="*/ 3452813 h 3606800"/>
              <a:gd name="connsiteX11" fmla="*/ 6596063 w 7392987"/>
              <a:gd name="connsiteY11" fmla="*/ 3346450 h 3606800"/>
              <a:gd name="connsiteX12" fmla="*/ 20638 w 7392987"/>
              <a:gd name="connsiteY12" fmla="*/ 3267075 h 3606800"/>
              <a:gd name="connsiteX13" fmla="*/ 796926 w 7392987"/>
              <a:gd name="connsiteY13" fmla="*/ 3346450 h 3606800"/>
              <a:gd name="connsiteX14" fmla="*/ 788989 w 7392987"/>
              <a:gd name="connsiteY14" fmla="*/ 3452813 h 3606800"/>
              <a:gd name="connsiteX15" fmla="*/ 7938 w 7392987"/>
              <a:gd name="connsiteY15" fmla="*/ 3371850 h 3606800"/>
              <a:gd name="connsiteX16" fmla="*/ 7342187 w 7392987"/>
              <a:gd name="connsiteY16" fmla="*/ 3070225 h 3606800"/>
              <a:gd name="connsiteX17" fmla="*/ 7358063 w 7392987"/>
              <a:gd name="connsiteY17" fmla="*/ 3181350 h 3606800"/>
              <a:gd name="connsiteX18" fmla="*/ 6586539 w 7392987"/>
              <a:gd name="connsiteY18" fmla="*/ 3305175 h 3606800"/>
              <a:gd name="connsiteX19" fmla="*/ 6570663 w 7392987"/>
              <a:gd name="connsiteY19" fmla="*/ 3194050 h 3606800"/>
              <a:gd name="connsiteX20" fmla="*/ 50801 w 7392987"/>
              <a:gd name="connsiteY20" fmla="*/ 3070225 h 3606800"/>
              <a:gd name="connsiteX21" fmla="*/ 822326 w 7392987"/>
              <a:gd name="connsiteY21" fmla="*/ 3194050 h 3606800"/>
              <a:gd name="connsiteX22" fmla="*/ 804863 w 7392987"/>
              <a:gd name="connsiteY22" fmla="*/ 3305175 h 3606800"/>
              <a:gd name="connsiteX23" fmla="*/ 33338 w 7392987"/>
              <a:gd name="connsiteY23" fmla="*/ 3181350 h 3606800"/>
              <a:gd name="connsiteX24" fmla="*/ 7304087 w 7392987"/>
              <a:gd name="connsiteY24" fmla="*/ 2884487 h 3606800"/>
              <a:gd name="connsiteX25" fmla="*/ 7329487 w 7392987"/>
              <a:gd name="connsiteY25" fmla="*/ 2990850 h 3606800"/>
              <a:gd name="connsiteX26" fmla="*/ 6561137 w 7392987"/>
              <a:gd name="connsiteY26" fmla="*/ 3151187 h 3606800"/>
              <a:gd name="connsiteX27" fmla="*/ 6540499 w 7392987"/>
              <a:gd name="connsiteY27" fmla="*/ 3044824 h 3606800"/>
              <a:gd name="connsiteX28" fmla="*/ 88900 w 7392987"/>
              <a:gd name="connsiteY28" fmla="*/ 2884487 h 3606800"/>
              <a:gd name="connsiteX29" fmla="*/ 852488 w 7392987"/>
              <a:gd name="connsiteY29" fmla="*/ 3044824 h 3606800"/>
              <a:gd name="connsiteX30" fmla="*/ 830263 w 7392987"/>
              <a:gd name="connsiteY30" fmla="*/ 3151187 h 3606800"/>
              <a:gd name="connsiteX31" fmla="*/ 63500 w 7392987"/>
              <a:gd name="connsiteY31" fmla="*/ 2990850 h 3606800"/>
              <a:gd name="connsiteX32" fmla="*/ 7256463 w 7392987"/>
              <a:gd name="connsiteY32" fmla="*/ 2692400 h 3606800"/>
              <a:gd name="connsiteX33" fmla="*/ 7286625 w 7392987"/>
              <a:gd name="connsiteY33" fmla="*/ 2798762 h 3606800"/>
              <a:gd name="connsiteX34" fmla="*/ 6527799 w 7392987"/>
              <a:gd name="connsiteY34" fmla="*/ 3003550 h 3606800"/>
              <a:gd name="connsiteX35" fmla="*/ 6502399 w 7392987"/>
              <a:gd name="connsiteY35" fmla="*/ 2897188 h 3606800"/>
              <a:gd name="connsiteX36" fmla="*/ 134938 w 7392987"/>
              <a:gd name="connsiteY36" fmla="*/ 2692400 h 3606800"/>
              <a:gd name="connsiteX37" fmla="*/ 890588 w 7392987"/>
              <a:gd name="connsiteY37" fmla="*/ 2897188 h 3606800"/>
              <a:gd name="connsiteX38" fmla="*/ 865188 w 7392987"/>
              <a:gd name="connsiteY38" fmla="*/ 3003550 h 3606800"/>
              <a:gd name="connsiteX39" fmla="*/ 106363 w 7392987"/>
              <a:gd name="connsiteY39" fmla="*/ 2798762 h 3606800"/>
              <a:gd name="connsiteX40" fmla="*/ 7197725 w 7392987"/>
              <a:gd name="connsiteY40" fmla="*/ 2509837 h 3606800"/>
              <a:gd name="connsiteX41" fmla="*/ 7231063 w 7392987"/>
              <a:gd name="connsiteY41" fmla="*/ 2611437 h 3606800"/>
              <a:gd name="connsiteX42" fmla="*/ 6489701 w 7392987"/>
              <a:gd name="connsiteY42" fmla="*/ 2854325 h 3606800"/>
              <a:gd name="connsiteX43" fmla="*/ 6454775 w 7392987"/>
              <a:gd name="connsiteY43" fmla="*/ 2752725 h 3606800"/>
              <a:gd name="connsiteX44" fmla="*/ 195263 w 7392987"/>
              <a:gd name="connsiteY44" fmla="*/ 2509837 h 3606800"/>
              <a:gd name="connsiteX45" fmla="*/ 936626 w 7392987"/>
              <a:gd name="connsiteY45" fmla="*/ 2752725 h 3606800"/>
              <a:gd name="connsiteX46" fmla="*/ 903289 w 7392987"/>
              <a:gd name="connsiteY46" fmla="*/ 2854325 h 3606800"/>
              <a:gd name="connsiteX47" fmla="*/ 160338 w 7392987"/>
              <a:gd name="connsiteY47" fmla="*/ 2611437 h 3606800"/>
              <a:gd name="connsiteX48" fmla="*/ 7129463 w 7392987"/>
              <a:gd name="connsiteY48" fmla="*/ 2327275 h 3606800"/>
              <a:gd name="connsiteX49" fmla="*/ 7172325 w 7392987"/>
              <a:gd name="connsiteY49" fmla="*/ 2428875 h 3606800"/>
              <a:gd name="connsiteX50" fmla="*/ 6438899 w 7392987"/>
              <a:gd name="connsiteY50" fmla="*/ 2709863 h 3606800"/>
              <a:gd name="connsiteX51" fmla="*/ 6400799 w 7392987"/>
              <a:gd name="connsiteY51" fmla="*/ 2608263 h 3606800"/>
              <a:gd name="connsiteX52" fmla="*/ 261938 w 7392987"/>
              <a:gd name="connsiteY52" fmla="*/ 2327275 h 3606800"/>
              <a:gd name="connsiteX53" fmla="*/ 992188 w 7392987"/>
              <a:gd name="connsiteY53" fmla="*/ 2608263 h 3606800"/>
              <a:gd name="connsiteX54" fmla="*/ 954088 w 7392987"/>
              <a:gd name="connsiteY54" fmla="*/ 2709863 h 3606800"/>
              <a:gd name="connsiteX55" fmla="*/ 220663 w 7392987"/>
              <a:gd name="connsiteY55" fmla="*/ 2428875 h 3606800"/>
              <a:gd name="connsiteX56" fmla="*/ 7053263 w 7392987"/>
              <a:gd name="connsiteY56" fmla="*/ 2149475 h 3606800"/>
              <a:gd name="connsiteX57" fmla="*/ 7099299 w 7392987"/>
              <a:gd name="connsiteY57" fmla="*/ 2246312 h 3606800"/>
              <a:gd name="connsiteX58" fmla="*/ 6383337 w 7392987"/>
              <a:gd name="connsiteY58" fmla="*/ 2565400 h 3606800"/>
              <a:gd name="connsiteX59" fmla="*/ 6340475 w 7392987"/>
              <a:gd name="connsiteY59" fmla="*/ 2468562 h 3606800"/>
              <a:gd name="connsiteX60" fmla="*/ 338137 w 7392987"/>
              <a:gd name="connsiteY60" fmla="*/ 2149475 h 3606800"/>
              <a:gd name="connsiteX61" fmla="*/ 1050925 w 7392987"/>
              <a:gd name="connsiteY61" fmla="*/ 2468562 h 3606800"/>
              <a:gd name="connsiteX62" fmla="*/ 1008063 w 7392987"/>
              <a:gd name="connsiteY62" fmla="*/ 2565400 h 3606800"/>
              <a:gd name="connsiteX63" fmla="*/ 292100 w 7392987"/>
              <a:gd name="connsiteY63" fmla="*/ 2246312 h 3606800"/>
              <a:gd name="connsiteX64" fmla="*/ 6969125 w 7392987"/>
              <a:gd name="connsiteY64" fmla="*/ 1974850 h 3606800"/>
              <a:gd name="connsiteX65" fmla="*/ 7019925 w 7392987"/>
              <a:gd name="connsiteY65" fmla="*/ 2073275 h 3606800"/>
              <a:gd name="connsiteX66" fmla="*/ 6319837 w 7392987"/>
              <a:gd name="connsiteY66" fmla="*/ 2425700 h 3606800"/>
              <a:gd name="connsiteX67" fmla="*/ 6273799 w 7392987"/>
              <a:gd name="connsiteY67" fmla="*/ 2332038 h 3606800"/>
              <a:gd name="connsiteX68" fmla="*/ 423863 w 7392987"/>
              <a:gd name="connsiteY68" fmla="*/ 1974850 h 3606800"/>
              <a:gd name="connsiteX69" fmla="*/ 1119188 w 7392987"/>
              <a:gd name="connsiteY69" fmla="*/ 2332038 h 3606800"/>
              <a:gd name="connsiteX70" fmla="*/ 1071563 w 7392987"/>
              <a:gd name="connsiteY70" fmla="*/ 2425700 h 3606800"/>
              <a:gd name="connsiteX71" fmla="*/ 373063 w 7392987"/>
              <a:gd name="connsiteY71" fmla="*/ 2073275 h 3606800"/>
              <a:gd name="connsiteX72" fmla="*/ 6875463 w 7392987"/>
              <a:gd name="connsiteY72" fmla="*/ 1804987 h 3606800"/>
              <a:gd name="connsiteX73" fmla="*/ 6926263 w 7392987"/>
              <a:gd name="connsiteY73" fmla="*/ 1898650 h 3606800"/>
              <a:gd name="connsiteX74" fmla="*/ 6251575 w 7392987"/>
              <a:gd name="connsiteY74" fmla="*/ 2289175 h 3606800"/>
              <a:gd name="connsiteX75" fmla="*/ 6197599 w 7392987"/>
              <a:gd name="connsiteY75" fmla="*/ 2195512 h 3606800"/>
              <a:gd name="connsiteX76" fmla="*/ 517525 w 7392987"/>
              <a:gd name="connsiteY76" fmla="*/ 1804987 h 3606800"/>
              <a:gd name="connsiteX77" fmla="*/ 1195388 w 7392987"/>
              <a:gd name="connsiteY77" fmla="*/ 2195512 h 3606800"/>
              <a:gd name="connsiteX78" fmla="*/ 1139825 w 7392987"/>
              <a:gd name="connsiteY78" fmla="*/ 2289175 h 3606800"/>
              <a:gd name="connsiteX79" fmla="*/ 466725 w 7392987"/>
              <a:gd name="connsiteY79" fmla="*/ 1898650 h 3606800"/>
              <a:gd name="connsiteX80" fmla="*/ 6769101 w 7392987"/>
              <a:gd name="connsiteY80" fmla="*/ 1639887 h 3606800"/>
              <a:gd name="connsiteX81" fmla="*/ 6827839 w 7392987"/>
              <a:gd name="connsiteY81" fmla="*/ 1733550 h 3606800"/>
              <a:gd name="connsiteX82" fmla="*/ 6175375 w 7392987"/>
              <a:gd name="connsiteY82" fmla="*/ 2157412 h 3606800"/>
              <a:gd name="connsiteX83" fmla="*/ 6116639 w 7392987"/>
              <a:gd name="connsiteY83" fmla="*/ 2068512 h 3606800"/>
              <a:gd name="connsiteX84" fmla="*/ 622301 w 7392987"/>
              <a:gd name="connsiteY84" fmla="*/ 1639887 h 3606800"/>
              <a:gd name="connsiteX85" fmla="*/ 1276351 w 7392987"/>
              <a:gd name="connsiteY85" fmla="*/ 2068512 h 3606800"/>
              <a:gd name="connsiteX86" fmla="*/ 1216026 w 7392987"/>
              <a:gd name="connsiteY86" fmla="*/ 2157412 h 3606800"/>
              <a:gd name="connsiteX87" fmla="*/ 563563 w 7392987"/>
              <a:gd name="connsiteY87" fmla="*/ 1733550 h 3606800"/>
              <a:gd name="connsiteX88" fmla="*/ 6659563 w 7392987"/>
              <a:gd name="connsiteY88" fmla="*/ 1482725 h 3606800"/>
              <a:gd name="connsiteX89" fmla="*/ 6723063 w 7392987"/>
              <a:gd name="connsiteY89" fmla="*/ 1571625 h 3606800"/>
              <a:gd name="connsiteX90" fmla="*/ 6091238 w 7392987"/>
              <a:gd name="connsiteY90" fmla="*/ 2030413 h 3606800"/>
              <a:gd name="connsiteX91" fmla="*/ 6027738 w 7392987"/>
              <a:gd name="connsiteY91" fmla="*/ 1944688 h 3606800"/>
              <a:gd name="connsiteX92" fmla="*/ 733425 w 7392987"/>
              <a:gd name="connsiteY92" fmla="*/ 1482725 h 3606800"/>
              <a:gd name="connsiteX93" fmla="*/ 1365250 w 7392987"/>
              <a:gd name="connsiteY93" fmla="*/ 1944688 h 3606800"/>
              <a:gd name="connsiteX94" fmla="*/ 1301750 w 7392987"/>
              <a:gd name="connsiteY94" fmla="*/ 2030413 h 3606800"/>
              <a:gd name="connsiteX95" fmla="*/ 669925 w 7392987"/>
              <a:gd name="connsiteY95" fmla="*/ 1571625 h 3606800"/>
              <a:gd name="connsiteX96" fmla="*/ 6535739 w 7392987"/>
              <a:gd name="connsiteY96" fmla="*/ 1328737 h 3606800"/>
              <a:gd name="connsiteX97" fmla="*/ 6604001 w 7392987"/>
              <a:gd name="connsiteY97" fmla="*/ 1414462 h 3606800"/>
              <a:gd name="connsiteX98" fmla="*/ 5997576 w 7392987"/>
              <a:gd name="connsiteY98" fmla="*/ 1906587 h 3606800"/>
              <a:gd name="connsiteX99" fmla="*/ 5929313 w 7392987"/>
              <a:gd name="connsiteY99" fmla="*/ 1822450 h 3606800"/>
              <a:gd name="connsiteX100" fmla="*/ 855663 w 7392987"/>
              <a:gd name="connsiteY100" fmla="*/ 1328737 h 3606800"/>
              <a:gd name="connsiteX101" fmla="*/ 1462088 w 7392987"/>
              <a:gd name="connsiteY101" fmla="*/ 1822450 h 3606800"/>
              <a:gd name="connsiteX102" fmla="*/ 1393825 w 7392987"/>
              <a:gd name="connsiteY102" fmla="*/ 1906587 h 3606800"/>
              <a:gd name="connsiteX103" fmla="*/ 788988 w 7392987"/>
              <a:gd name="connsiteY103" fmla="*/ 1414462 h 3606800"/>
              <a:gd name="connsiteX104" fmla="*/ 6408739 w 7392987"/>
              <a:gd name="connsiteY104" fmla="*/ 1184275 h 3606800"/>
              <a:gd name="connsiteX105" fmla="*/ 6481763 w 7392987"/>
              <a:gd name="connsiteY105" fmla="*/ 1265238 h 3606800"/>
              <a:gd name="connsiteX106" fmla="*/ 5900738 w 7392987"/>
              <a:gd name="connsiteY106" fmla="*/ 1787525 h 3606800"/>
              <a:gd name="connsiteX107" fmla="*/ 5827713 w 7392987"/>
              <a:gd name="connsiteY107" fmla="*/ 1706562 h 3606800"/>
              <a:gd name="connsiteX108" fmla="*/ 982663 w 7392987"/>
              <a:gd name="connsiteY108" fmla="*/ 1184275 h 3606800"/>
              <a:gd name="connsiteX109" fmla="*/ 1563688 w 7392987"/>
              <a:gd name="connsiteY109" fmla="*/ 1706562 h 3606800"/>
              <a:gd name="connsiteX110" fmla="*/ 1492250 w 7392987"/>
              <a:gd name="connsiteY110" fmla="*/ 1787525 h 3606800"/>
              <a:gd name="connsiteX111" fmla="*/ 911225 w 7392987"/>
              <a:gd name="connsiteY111" fmla="*/ 1265238 h 3606800"/>
              <a:gd name="connsiteX112" fmla="*/ 6273801 w 7392987"/>
              <a:gd name="connsiteY112" fmla="*/ 1044575 h 3606800"/>
              <a:gd name="connsiteX113" fmla="*/ 6350001 w 7392987"/>
              <a:gd name="connsiteY113" fmla="*/ 1120775 h 3606800"/>
              <a:gd name="connsiteX114" fmla="*/ 5799138 w 7392987"/>
              <a:gd name="connsiteY114" fmla="*/ 1677988 h 3606800"/>
              <a:gd name="connsiteX115" fmla="*/ 5722938 w 7392987"/>
              <a:gd name="connsiteY115" fmla="*/ 1601788 h 3606800"/>
              <a:gd name="connsiteX116" fmla="*/ 1119188 w 7392987"/>
              <a:gd name="connsiteY116" fmla="*/ 1044575 h 3606800"/>
              <a:gd name="connsiteX117" fmla="*/ 1670051 w 7392987"/>
              <a:gd name="connsiteY117" fmla="*/ 1601788 h 3606800"/>
              <a:gd name="connsiteX118" fmla="*/ 1593851 w 7392987"/>
              <a:gd name="connsiteY118" fmla="*/ 1677988 h 3606800"/>
              <a:gd name="connsiteX119" fmla="*/ 1042988 w 7392987"/>
              <a:gd name="connsiteY119" fmla="*/ 1120775 h 3606800"/>
              <a:gd name="connsiteX120" fmla="*/ 6134099 w 7392987"/>
              <a:gd name="connsiteY120" fmla="*/ 912812 h 3606800"/>
              <a:gd name="connsiteX121" fmla="*/ 6213475 w 7392987"/>
              <a:gd name="connsiteY121" fmla="*/ 985837 h 3606800"/>
              <a:gd name="connsiteX122" fmla="*/ 5688013 w 7392987"/>
              <a:gd name="connsiteY122" fmla="*/ 1566862 h 3606800"/>
              <a:gd name="connsiteX123" fmla="*/ 5607050 w 7392987"/>
              <a:gd name="connsiteY123" fmla="*/ 1495424 h 3606800"/>
              <a:gd name="connsiteX124" fmla="*/ 1258887 w 7392987"/>
              <a:gd name="connsiteY124" fmla="*/ 912812 h 3606800"/>
              <a:gd name="connsiteX125" fmla="*/ 1784350 w 7392987"/>
              <a:gd name="connsiteY125" fmla="*/ 1495424 h 3606800"/>
              <a:gd name="connsiteX126" fmla="*/ 1703387 w 7392987"/>
              <a:gd name="connsiteY126" fmla="*/ 1566862 h 3606800"/>
              <a:gd name="connsiteX127" fmla="*/ 1177925 w 7392987"/>
              <a:gd name="connsiteY127" fmla="*/ 985837 h 3606800"/>
              <a:gd name="connsiteX128" fmla="*/ 5980113 w 7392987"/>
              <a:gd name="connsiteY128" fmla="*/ 788987 h 3606800"/>
              <a:gd name="connsiteX129" fmla="*/ 6065838 w 7392987"/>
              <a:gd name="connsiteY129" fmla="*/ 857250 h 3606800"/>
              <a:gd name="connsiteX130" fmla="*/ 5573713 w 7392987"/>
              <a:gd name="connsiteY130" fmla="*/ 1470025 h 3606800"/>
              <a:gd name="connsiteX131" fmla="*/ 5489575 w 7392987"/>
              <a:gd name="connsiteY131" fmla="*/ 1397000 h 3606800"/>
              <a:gd name="connsiteX132" fmla="*/ 1411288 w 7392987"/>
              <a:gd name="connsiteY132" fmla="*/ 788987 h 3606800"/>
              <a:gd name="connsiteX133" fmla="*/ 1903413 w 7392987"/>
              <a:gd name="connsiteY133" fmla="*/ 1397000 h 3606800"/>
              <a:gd name="connsiteX134" fmla="*/ 1817688 w 7392987"/>
              <a:gd name="connsiteY134" fmla="*/ 1470025 h 3606800"/>
              <a:gd name="connsiteX135" fmla="*/ 1327150 w 7392987"/>
              <a:gd name="connsiteY135" fmla="*/ 857250 h 3606800"/>
              <a:gd name="connsiteX136" fmla="*/ 5827713 w 7392987"/>
              <a:gd name="connsiteY136" fmla="*/ 674687 h 3606800"/>
              <a:gd name="connsiteX137" fmla="*/ 5913438 w 7392987"/>
              <a:gd name="connsiteY137" fmla="*/ 738187 h 3606800"/>
              <a:gd name="connsiteX138" fmla="*/ 5454650 w 7392987"/>
              <a:gd name="connsiteY138" fmla="*/ 1371600 h 3606800"/>
              <a:gd name="connsiteX139" fmla="*/ 5365750 w 7392987"/>
              <a:gd name="connsiteY139" fmla="*/ 1308100 h 3606800"/>
              <a:gd name="connsiteX140" fmla="*/ 1563687 w 7392987"/>
              <a:gd name="connsiteY140" fmla="*/ 674687 h 3606800"/>
              <a:gd name="connsiteX141" fmla="*/ 2025650 w 7392987"/>
              <a:gd name="connsiteY141" fmla="*/ 1308100 h 3606800"/>
              <a:gd name="connsiteX142" fmla="*/ 1936750 w 7392987"/>
              <a:gd name="connsiteY142" fmla="*/ 1371600 h 3606800"/>
              <a:gd name="connsiteX143" fmla="*/ 1479550 w 7392987"/>
              <a:gd name="connsiteY143" fmla="*/ 738187 h 3606800"/>
              <a:gd name="connsiteX144" fmla="*/ 5667375 w 7392987"/>
              <a:gd name="connsiteY144" fmla="*/ 568325 h 3606800"/>
              <a:gd name="connsiteX145" fmla="*/ 5756275 w 7392987"/>
              <a:gd name="connsiteY145" fmla="*/ 623888 h 3606800"/>
              <a:gd name="connsiteX146" fmla="*/ 5332413 w 7392987"/>
              <a:gd name="connsiteY146" fmla="*/ 1282700 h 3606800"/>
              <a:gd name="connsiteX147" fmla="*/ 5238750 w 7392987"/>
              <a:gd name="connsiteY147" fmla="*/ 1222375 h 3606800"/>
              <a:gd name="connsiteX148" fmla="*/ 1725613 w 7392987"/>
              <a:gd name="connsiteY148" fmla="*/ 568325 h 3606800"/>
              <a:gd name="connsiteX149" fmla="*/ 2152651 w 7392987"/>
              <a:gd name="connsiteY149" fmla="*/ 1222375 h 3606800"/>
              <a:gd name="connsiteX150" fmla="*/ 2060576 w 7392987"/>
              <a:gd name="connsiteY150" fmla="*/ 1282700 h 3606800"/>
              <a:gd name="connsiteX151" fmla="*/ 1636713 w 7392987"/>
              <a:gd name="connsiteY151" fmla="*/ 623888 h 3606800"/>
              <a:gd name="connsiteX152" fmla="*/ 5497513 w 7392987"/>
              <a:gd name="connsiteY152" fmla="*/ 466725 h 3606800"/>
              <a:gd name="connsiteX153" fmla="*/ 5594351 w 7392987"/>
              <a:gd name="connsiteY153" fmla="*/ 522288 h 3606800"/>
              <a:gd name="connsiteX154" fmla="*/ 5200651 w 7392987"/>
              <a:gd name="connsiteY154" fmla="*/ 1201738 h 3606800"/>
              <a:gd name="connsiteX155" fmla="*/ 5106988 w 7392987"/>
              <a:gd name="connsiteY155" fmla="*/ 1146175 h 3606800"/>
              <a:gd name="connsiteX156" fmla="*/ 1893888 w 7392987"/>
              <a:gd name="connsiteY156" fmla="*/ 466725 h 3606800"/>
              <a:gd name="connsiteX157" fmla="*/ 2284413 w 7392987"/>
              <a:gd name="connsiteY157" fmla="*/ 1146175 h 3606800"/>
              <a:gd name="connsiteX158" fmla="*/ 2190750 w 7392987"/>
              <a:gd name="connsiteY158" fmla="*/ 1201738 h 3606800"/>
              <a:gd name="connsiteX159" fmla="*/ 1797050 w 7392987"/>
              <a:gd name="connsiteY159" fmla="*/ 522288 h 3606800"/>
              <a:gd name="connsiteX160" fmla="*/ 5327650 w 7392987"/>
              <a:gd name="connsiteY160" fmla="*/ 377825 h 3606800"/>
              <a:gd name="connsiteX161" fmla="*/ 5426075 w 7392987"/>
              <a:gd name="connsiteY161" fmla="*/ 428625 h 3606800"/>
              <a:gd name="connsiteX162" fmla="*/ 5068887 w 7392987"/>
              <a:gd name="connsiteY162" fmla="*/ 1125538 h 3606800"/>
              <a:gd name="connsiteX163" fmla="*/ 4972050 w 7392987"/>
              <a:gd name="connsiteY163" fmla="*/ 1074738 h 3606800"/>
              <a:gd name="connsiteX164" fmla="*/ 2063751 w 7392987"/>
              <a:gd name="connsiteY164" fmla="*/ 377825 h 3606800"/>
              <a:gd name="connsiteX165" fmla="*/ 2420938 w 7392987"/>
              <a:gd name="connsiteY165" fmla="*/ 1074738 h 3606800"/>
              <a:gd name="connsiteX166" fmla="*/ 2322513 w 7392987"/>
              <a:gd name="connsiteY166" fmla="*/ 1125538 h 3606800"/>
              <a:gd name="connsiteX167" fmla="*/ 1966913 w 7392987"/>
              <a:gd name="connsiteY167" fmla="*/ 428625 h 3606800"/>
              <a:gd name="connsiteX168" fmla="*/ 5149850 w 7392987"/>
              <a:gd name="connsiteY168" fmla="*/ 296862 h 3606800"/>
              <a:gd name="connsiteX169" fmla="*/ 5251450 w 7392987"/>
              <a:gd name="connsiteY169" fmla="*/ 339725 h 3606800"/>
              <a:gd name="connsiteX170" fmla="*/ 4933950 w 7392987"/>
              <a:gd name="connsiteY170" fmla="*/ 1057275 h 3606800"/>
              <a:gd name="connsiteX171" fmla="*/ 4832350 w 7392987"/>
              <a:gd name="connsiteY171" fmla="*/ 1011238 h 3606800"/>
              <a:gd name="connsiteX172" fmla="*/ 2241550 w 7392987"/>
              <a:gd name="connsiteY172" fmla="*/ 296862 h 3606800"/>
              <a:gd name="connsiteX173" fmla="*/ 2560638 w 7392987"/>
              <a:gd name="connsiteY173" fmla="*/ 1011238 h 3606800"/>
              <a:gd name="connsiteX174" fmla="*/ 2459038 w 7392987"/>
              <a:gd name="connsiteY174" fmla="*/ 1057275 h 3606800"/>
              <a:gd name="connsiteX175" fmla="*/ 2139950 w 7392987"/>
              <a:gd name="connsiteY175" fmla="*/ 339725 h 3606800"/>
              <a:gd name="connsiteX176" fmla="*/ 4972050 w 7392987"/>
              <a:gd name="connsiteY176" fmla="*/ 225425 h 3606800"/>
              <a:gd name="connsiteX177" fmla="*/ 5073650 w 7392987"/>
              <a:gd name="connsiteY177" fmla="*/ 263525 h 3606800"/>
              <a:gd name="connsiteX178" fmla="*/ 4794250 w 7392987"/>
              <a:gd name="connsiteY178" fmla="*/ 993775 h 3606800"/>
              <a:gd name="connsiteX179" fmla="*/ 4692650 w 7392987"/>
              <a:gd name="connsiteY179" fmla="*/ 955675 h 3606800"/>
              <a:gd name="connsiteX180" fmla="*/ 2420938 w 7392987"/>
              <a:gd name="connsiteY180" fmla="*/ 225425 h 3606800"/>
              <a:gd name="connsiteX181" fmla="*/ 2700338 w 7392987"/>
              <a:gd name="connsiteY181" fmla="*/ 955675 h 3606800"/>
              <a:gd name="connsiteX182" fmla="*/ 2598738 w 7392987"/>
              <a:gd name="connsiteY182" fmla="*/ 993775 h 3606800"/>
              <a:gd name="connsiteX183" fmla="*/ 2317750 w 7392987"/>
              <a:gd name="connsiteY183" fmla="*/ 263525 h 3606800"/>
              <a:gd name="connsiteX184" fmla="*/ 4789488 w 7392987"/>
              <a:gd name="connsiteY184" fmla="*/ 160337 h 3606800"/>
              <a:gd name="connsiteX185" fmla="*/ 4891088 w 7392987"/>
              <a:gd name="connsiteY185" fmla="*/ 195262 h 3606800"/>
              <a:gd name="connsiteX186" fmla="*/ 4649788 w 7392987"/>
              <a:gd name="connsiteY186" fmla="*/ 942975 h 3606800"/>
              <a:gd name="connsiteX187" fmla="*/ 4548188 w 7392987"/>
              <a:gd name="connsiteY187" fmla="*/ 908050 h 3606800"/>
              <a:gd name="connsiteX188" fmla="*/ 2601913 w 7392987"/>
              <a:gd name="connsiteY188" fmla="*/ 160337 h 3606800"/>
              <a:gd name="connsiteX189" fmla="*/ 2844801 w 7392987"/>
              <a:gd name="connsiteY189" fmla="*/ 908050 h 3606800"/>
              <a:gd name="connsiteX190" fmla="*/ 2741613 w 7392987"/>
              <a:gd name="connsiteY190" fmla="*/ 942975 h 3606800"/>
              <a:gd name="connsiteX191" fmla="*/ 2500313 w 7392987"/>
              <a:gd name="connsiteY191" fmla="*/ 195262 h 3606800"/>
              <a:gd name="connsiteX192" fmla="*/ 4603751 w 7392987"/>
              <a:gd name="connsiteY192" fmla="*/ 109537 h 3606800"/>
              <a:gd name="connsiteX193" fmla="*/ 4705351 w 7392987"/>
              <a:gd name="connsiteY193" fmla="*/ 139700 h 3606800"/>
              <a:gd name="connsiteX194" fmla="*/ 4505326 w 7392987"/>
              <a:gd name="connsiteY194" fmla="*/ 895350 h 3606800"/>
              <a:gd name="connsiteX195" fmla="*/ 4398963 w 7392987"/>
              <a:gd name="connsiteY195" fmla="*/ 866775 h 3606800"/>
              <a:gd name="connsiteX196" fmla="*/ 2789238 w 7392987"/>
              <a:gd name="connsiteY196" fmla="*/ 109537 h 3606800"/>
              <a:gd name="connsiteX197" fmla="*/ 2992438 w 7392987"/>
              <a:gd name="connsiteY197" fmla="*/ 866775 h 3606800"/>
              <a:gd name="connsiteX198" fmla="*/ 2886075 w 7392987"/>
              <a:gd name="connsiteY198" fmla="*/ 895350 h 3606800"/>
              <a:gd name="connsiteX199" fmla="*/ 2687638 w 7392987"/>
              <a:gd name="connsiteY199" fmla="*/ 139700 h 3606800"/>
              <a:gd name="connsiteX200" fmla="*/ 4411663 w 7392987"/>
              <a:gd name="connsiteY200" fmla="*/ 68262 h 3606800"/>
              <a:gd name="connsiteX201" fmla="*/ 4518025 w 7392987"/>
              <a:gd name="connsiteY201" fmla="*/ 88900 h 3606800"/>
              <a:gd name="connsiteX202" fmla="*/ 4357687 w 7392987"/>
              <a:gd name="connsiteY202" fmla="*/ 857250 h 3606800"/>
              <a:gd name="connsiteX203" fmla="*/ 4251325 w 7392987"/>
              <a:gd name="connsiteY203" fmla="*/ 831850 h 3606800"/>
              <a:gd name="connsiteX204" fmla="*/ 2979737 w 7392987"/>
              <a:gd name="connsiteY204" fmla="*/ 68262 h 3606800"/>
              <a:gd name="connsiteX205" fmla="*/ 3140075 w 7392987"/>
              <a:gd name="connsiteY205" fmla="*/ 831850 h 3606800"/>
              <a:gd name="connsiteX206" fmla="*/ 3035300 w 7392987"/>
              <a:gd name="connsiteY206" fmla="*/ 857250 h 3606800"/>
              <a:gd name="connsiteX207" fmla="*/ 2873375 w 7392987"/>
              <a:gd name="connsiteY207" fmla="*/ 88900 h 3606800"/>
              <a:gd name="connsiteX208" fmla="*/ 4221163 w 7392987"/>
              <a:gd name="connsiteY208" fmla="*/ 33337 h 3606800"/>
              <a:gd name="connsiteX209" fmla="*/ 4327525 w 7392987"/>
              <a:gd name="connsiteY209" fmla="*/ 50800 h 3606800"/>
              <a:gd name="connsiteX210" fmla="*/ 4205287 w 7392987"/>
              <a:gd name="connsiteY210" fmla="*/ 823912 h 3606800"/>
              <a:gd name="connsiteX211" fmla="*/ 4098925 w 7392987"/>
              <a:gd name="connsiteY211" fmla="*/ 806450 h 3606800"/>
              <a:gd name="connsiteX212" fmla="*/ 3170238 w 7392987"/>
              <a:gd name="connsiteY212" fmla="*/ 33337 h 3606800"/>
              <a:gd name="connsiteX213" fmla="*/ 3294063 w 7392987"/>
              <a:gd name="connsiteY213" fmla="*/ 806450 h 3606800"/>
              <a:gd name="connsiteX214" fmla="*/ 3187700 w 7392987"/>
              <a:gd name="connsiteY214" fmla="*/ 823912 h 3606800"/>
              <a:gd name="connsiteX215" fmla="*/ 3063875 w 7392987"/>
              <a:gd name="connsiteY215" fmla="*/ 50800 h 3606800"/>
              <a:gd name="connsiteX216" fmla="*/ 4030663 w 7392987"/>
              <a:gd name="connsiteY216" fmla="*/ 12700 h 3606800"/>
              <a:gd name="connsiteX217" fmla="*/ 4137025 w 7392987"/>
              <a:gd name="connsiteY217" fmla="*/ 25400 h 3606800"/>
              <a:gd name="connsiteX218" fmla="*/ 4056063 w 7392987"/>
              <a:gd name="connsiteY218" fmla="*/ 803275 h 3606800"/>
              <a:gd name="connsiteX219" fmla="*/ 3946525 w 7392987"/>
              <a:gd name="connsiteY219" fmla="*/ 788988 h 3606800"/>
              <a:gd name="connsiteX220" fmla="*/ 3360738 w 7392987"/>
              <a:gd name="connsiteY220" fmla="*/ 12700 h 3606800"/>
              <a:gd name="connsiteX221" fmla="*/ 3446463 w 7392987"/>
              <a:gd name="connsiteY221" fmla="*/ 788988 h 3606800"/>
              <a:gd name="connsiteX222" fmla="*/ 3335338 w 7392987"/>
              <a:gd name="connsiteY222" fmla="*/ 803275 h 3606800"/>
              <a:gd name="connsiteX223" fmla="*/ 3255963 w 7392987"/>
              <a:gd name="connsiteY223" fmla="*/ 25400 h 3606800"/>
              <a:gd name="connsiteX224" fmla="*/ 3835400 w 7392987"/>
              <a:gd name="connsiteY224" fmla="*/ 0 h 3606800"/>
              <a:gd name="connsiteX225" fmla="*/ 3941763 w 7392987"/>
              <a:gd name="connsiteY225" fmla="*/ 7938 h 3606800"/>
              <a:gd name="connsiteX226" fmla="*/ 3903663 w 7392987"/>
              <a:gd name="connsiteY226" fmla="*/ 788988 h 3606800"/>
              <a:gd name="connsiteX227" fmla="*/ 3794125 w 7392987"/>
              <a:gd name="connsiteY227" fmla="*/ 781050 h 3606800"/>
              <a:gd name="connsiteX228" fmla="*/ 3641725 w 7392987"/>
              <a:gd name="connsiteY228" fmla="*/ 0 h 3606800"/>
              <a:gd name="connsiteX229" fmla="*/ 3751263 w 7392987"/>
              <a:gd name="connsiteY229" fmla="*/ 0 h 3606800"/>
              <a:gd name="connsiteX230" fmla="*/ 3751263 w 7392987"/>
              <a:gd name="connsiteY230" fmla="*/ 781050 h 3606800"/>
              <a:gd name="connsiteX231" fmla="*/ 3641725 w 7392987"/>
              <a:gd name="connsiteY231" fmla="*/ 781050 h 3606800"/>
              <a:gd name="connsiteX232" fmla="*/ 3556001 w 7392987"/>
              <a:gd name="connsiteY232" fmla="*/ 0 h 3606800"/>
              <a:gd name="connsiteX233" fmla="*/ 3598863 w 7392987"/>
              <a:gd name="connsiteY233" fmla="*/ 781050 h 3606800"/>
              <a:gd name="connsiteX234" fmla="*/ 3487738 w 7392987"/>
              <a:gd name="connsiteY234" fmla="*/ 788988 h 3606800"/>
              <a:gd name="connsiteX235" fmla="*/ 3449638 w 7392987"/>
              <a:gd name="connsiteY235" fmla="*/ 7938 h 360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7392987" h="3606800">
                <a:moveTo>
                  <a:pt x="7388225" y="3457575"/>
                </a:moveTo>
                <a:lnTo>
                  <a:pt x="7392987" y="3568700"/>
                </a:lnTo>
                <a:lnTo>
                  <a:pt x="6611939" y="3606800"/>
                </a:lnTo>
                <a:lnTo>
                  <a:pt x="6608763" y="3500438"/>
                </a:lnTo>
                <a:close/>
                <a:moveTo>
                  <a:pt x="4763" y="3457575"/>
                </a:moveTo>
                <a:lnTo>
                  <a:pt x="784225" y="3500438"/>
                </a:lnTo>
                <a:lnTo>
                  <a:pt x="779463" y="3606800"/>
                </a:lnTo>
                <a:lnTo>
                  <a:pt x="0" y="3568700"/>
                </a:lnTo>
                <a:close/>
                <a:moveTo>
                  <a:pt x="7370763" y="3267075"/>
                </a:moveTo>
                <a:lnTo>
                  <a:pt x="7383463" y="3371850"/>
                </a:lnTo>
                <a:lnTo>
                  <a:pt x="6604001" y="3452813"/>
                </a:lnTo>
                <a:lnTo>
                  <a:pt x="6596063" y="3346450"/>
                </a:lnTo>
                <a:close/>
                <a:moveTo>
                  <a:pt x="20638" y="3267075"/>
                </a:moveTo>
                <a:lnTo>
                  <a:pt x="796926" y="3346450"/>
                </a:lnTo>
                <a:lnTo>
                  <a:pt x="788989" y="3452813"/>
                </a:lnTo>
                <a:lnTo>
                  <a:pt x="7938" y="3371850"/>
                </a:lnTo>
                <a:close/>
                <a:moveTo>
                  <a:pt x="7342187" y="3070225"/>
                </a:moveTo>
                <a:lnTo>
                  <a:pt x="7358063" y="3181350"/>
                </a:lnTo>
                <a:lnTo>
                  <a:pt x="6586539" y="3305175"/>
                </a:lnTo>
                <a:lnTo>
                  <a:pt x="6570663" y="3194050"/>
                </a:lnTo>
                <a:close/>
                <a:moveTo>
                  <a:pt x="50801" y="3070225"/>
                </a:moveTo>
                <a:lnTo>
                  <a:pt x="822326" y="3194050"/>
                </a:lnTo>
                <a:lnTo>
                  <a:pt x="804863" y="3305175"/>
                </a:lnTo>
                <a:lnTo>
                  <a:pt x="33338" y="3181350"/>
                </a:lnTo>
                <a:close/>
                <a:moveTo>
                  <a:pt x="7304087" y="2884487"/>
                </a:moveTo>
                <a:lnTo>
                  <a:pt x="7329487" y="2990850"/>
                </a:lnTo>
                <a:lnTo>
                  <a:pt x="6561137" y="3151187"/>
                </a:lnTo>
                <a:lnTo>
                  <a:pt x="6540499" y="3044824"/>
                </a:lnTo>
                <a:close/>
                <a:moveTo>
                  <a:pt x="88900" y="2884487"/>
                </a:moveTo>
                <a:lnTo>
                  <a:pt x="852488" y="3044824"/>
                </a:lnTo>
                <a:lnTo>
                  <a:pt x="830263" y="3151187"/>
                </a:lnTo>
                <a:lnTo>
                  <a:pt x="63500" y="2990850"/>
                </a:lnTo>
                <a:close/>
                <a:moveTo>
                  <a:pt x="7256463" y="2692400"/>
                </a:moveTo>
                <a:lnTo>
                  <a:pt x="7286625" y="2798762"/>
                </a:lnTo>
                <a:lnTo>
                  <a:pt x="6527799" y="3003550"/>
                </a:lnTo>
                <a:lnTo>
                  <a:pt x="6502399" y="2897188"/>
                </a:lnTo>
                <a:close/>
                <a:moveTo>
                  <a:pt x="134938" y="2692400"/>
                </a:moveTo>
                <a:lnTo>
                  <a:pt x="890588" y="2897188"/>
                </a:lnTo>
                <a:lnTo>
                  <a:pt x="865188" y="3003550"/>
                </a:lnTo>
                <a:lnTo>
                  <a:pt x="106363" y="2798762"/>
                </a:lnTo>
                <a:close/>
                <a:moveTo>
                  <a:pt x="7197725" y="2509837"/>
                </a:moveTo>
                <a:lnTo>
                  <a:pt x="7231063" y="2611437"/>
                </a:lnTo>
                <a:lnTo>
                  <a:pt x="6489701" y="2854325"/>
                </a:lnTo>
                <a:lnTo>
                  <a:pt x="6454775" y="2752725"/>
                </a:lnTo>
                <a:close/>
                <a:moveTo>
                  <a:pt x="195263" y="2509837"/>
                </a:moveTo>
                <a:lnTo>
                  <a:pt x="936626" y="2752725"/>
                </a:lnTo>
                <a:lnTo>
                  <a:pt x="903289" y="2854325"/>
                </a:lnTo>
                <a:lnTo>
                  <a:pt x="160338" y="2611437"/>
                </a:lnTo>
                <a:close/>
                <a:moveTo>
                  <a:pt x="7129463" y="2327275"/>
                </a:moveTo>
                <a:lnTo>
                  <a:pt x="7172325" y="2428875"/>
                </a:lnTo>
                <a:lnTo>
                  <a:pt x="6438899" y="2709863"/>
                </a:lnTo>
                <a:lnTo>
                  <a:pt x="6400799" y="2608263"/>
                </a:lnTo>
                <a:close/>
                <a:moveTo>
                  <a:pt x="261938" y="2327275"/>
                </a:moveTo>
                <a:lnTo>
                  <a:pt x="992188" y="2608263"/>
                </a:lnTo>
                <a:lnTo>
                  <a:pt x="954088" y="2709863"/>
                </a:lnTo>
                <a:lnTo>
                  <a:pt x="220663" y="2428875"/>
                </a:lnTo>
                <a:close/>
                <a:moveTo>
                  <a:pt x="7053263" y="2149475"/>
                </a:moveTo>
                <a:lnTo>
                  <a:pt x="7099299" y="2246312"/>
                </a:lnTo>
                <a:lnTo>
                  <a:pt x="6383337" y="2565400"/>
                </a:lnTo>
                <a:lnTo>
                  <a:pt x="6340475" y="2468562"/>
                </a:lnTo>
                <a:close/>
                <a:moveTo>
                  <a:pt x="338137" y="2149475"/>
                </a:moveTo>
                <a:lnTo>
                  <a:pt x="1050925" y="2468562"/>
                </a:lnTo>
                <a:lnTo>
                  <a:pt x="1008063" y="2565400"/>
                </a:lnTo>
                <a:lnTo>
                  <a:pt x="292100" y="2246312"/>
                </a:lnTo>
                <a:close/>
                <a:moveTo>
                  <a:pt x="6969125" y="1974850"/>
                </a:moveTo>
                <a:lnTo>
                  <a:pt x="7019925" y="2073275"/>
                </a:lnTo>
                <a:lnTo>
                  <a:pt x="6319837" y="2425700"/>
                </a:lnTo>
                <a:lnTo>
                  <a:pt x="6273799" y="2332038"/>
                </a:lnTo>
                <a:close/>
                <a:moveTo>
                  <a:pt x="423863" y="1974850"/>
                </a:moveTo>
                <a:lnTo>
                  <a:pt x="1119188" y="2332038"/>
                </a:lnTo>
                <a:lnTo>
                  <a:pt x="1071563" y="2425700"/>
                </a:lnTo>
                <a:lnTo>
                  <a:pt x="373063" y="2073275"/>
                </a:lnTo>
                <a:close/>
                <a:moveTo>
                  <a:pt x="6875463" y="1804987"/>
                </a:moveTo>
                <a:lnTo>
                  <a:pt x="6926263" y="1898650"/>
                </a:lnTo>
                <a:lnTo>
                  <a:pt x="6251575" y="2289175"/>
                </a:lnTo>
                <a:lnTo>
                  <a:pt x="6197599" y="2195512"/>
                </a:lnTo>
                <a:close/>
                <a:moveTo>
                  <a:pt x="517525" y="1804987"/>
                </a:moveTo>
                <a:lnTo>
                  <a:pt x="1195388" y="2195512"/>
                </a:lnTo>
                <a:lnTo>
                  <a:pt x="1139825" y="2289175"/>
                </a:lnTo>
                <a:lnTo>
                  <a:pt x="466725" y="1898650"/>
                </a:lnTo>
                <a:close/>
                <a:moveTo>
                  <a:pt x="6769101" y="1639887"/>
                </a:moveTo>
                <a:lnTo>
                  <a:pt x="6827839" y="1733550"/>
                </a:lnTo>
                <a:lnTo>
                  <a:pt x="6175375" y="2157412"/>
                </a:lnTo>
                <a:lnTo>
                  <a:pt x="6116639" y="2068512"/>
                </a:lnTo>
                <a:close/>
                <a:moveTo>
                  <a:pt x="622301" y="1639887"/>
                </a:moveTo>
                <a:lnTo>
                  <a:pt x="1276351" y="2068512"/>
                </a:lnTo>
                <a:lnTo>
                  <a:pt x="1216026" y="2157412"/>
                </a:lnTo>
                <a:lnTo>
                  <a:pt x="563563" y="1733550"/>
                </a:lnTo>
                <a:close/>
                <a:moveTo>
                  <a:pt x="6659563" y="1482725"/>
                </a:moveTo>
                <a:lnTo>
                  <a:pt x="6723063" y="1571625"/>
                </a:lnTo>
                <a:lnTo>
                  <a:pt x="6091238" y="2030413"/>
                </a:lnTo>
                <a:lnTo>
                  <a:pt x="6027738" y="1944688"/>
                </a:lnTo>
                <a:close/>
                <a:moveTo>
                  <a:pt x="733425" y="1482725"/>
                </a:moveTo>
                <a:lnTo>
                  <a:pt x="1365250" y="1944688"/>
                </a:lnTo>
                <a:lnTo>
                  <a:pt x="1301750" y="2030413"/>
                </a:lnTo>
                <a:lnTo>
                  <a:pt x="669925" y="1571625"/>
                </a:lnTo>
                <a:close/>
                <a:moveTo>
                  <a:pt x="6535739" y="1328737"/>
                </a:moveTo>
                <a:lnTo>
                  <a:pt x="6604001" y="1414462"/>
                </a:lnTo>
                <a:lnTo>
                  <a:pt x="5997576" y="1906587"/>
                </a:lnTo>
                <a:lnTo>
                  <a:pt x="5929313" y="1822450"/>
                </a:lnTo>
                <a:close/>
                <a:moveTo>
                  <a:pt x="855663" y="1328737"/>
                </a:moveTo>
                <a:lnTo>
                  <a:pt x="1462088" y="1822450"/>
                </a:lnTo>
                <a:lnTo>
                  <a:pt x="1393825" y="1906587"/>
                </a:lnTo>
                <a:lnTo>
                  <a:pt x="788988" y="1414462"/>
                </a:lnTo>
                <a:close/>
                <a:moveTo>
                  <a:pt x="6408739" y="1184275"/>
                </a:moveTo>
                <a:lnTo>
                  <a:pt x="6481763" y="1265238"/>
                </a:lnTo>
                <a:lnTo>
                  <a:pt x="5900738" y="1787525"/>
                </a:lnTo>
                <a:lnTo>
                  <a:pt x="5827713" y="1706562"/>
                </a:lnTo>
                <a:close/>
                <a:moveTo>
                  <a:pt x="982663" y="1184275"/>
                </a:moveTo>
                <a:lnTo>
                  <a:pt x="1563688" y="1706562"/>
                </a:lnTo>
                <a:lnTo>
                  <a:pt x="1492250" y="1787525"/>
                </a:lnTo>
                <a:lnTo>
                  <a:pt x="911225" y="1265238"/>
                </a:lnTo>
                <a:close/>
                <a:moveTo>
                  <a:pt x="6273801" y="1044575"/>
                </a:moveTo>
                <a:lnTo>
                  <a:pt x="6350001" y="1120775"/>
                </a:lnTo>
                <a:lnTo>
                  <a:pt x="5799138" y="1677988"/>
                </a:lnTo>
                <a:lnTo>
                  <a:pt x="5722938" y="1601788"/>
                </a:lnTo>
                <a:close/>
                <a:moveTo>
                  <a:pt x="1119188" y="1044575"/>
                </a:moveTo>
                <a:lnTo>
                  <a:pt x="1670051" y="1601788"/>
                </a:lnTo>
                <a:lnTo>
                  <a:pt x="1593851" y="1677988"/>
                </a:lnTo>
                <a:lnTo>
                  <a:pt x="1042988" y="1120775"/>
                </a:lnTo>
                <a:close/>
                <a:moveTo>
                  <a:pt x="6134099" y="912812"/>
                </a:moveTo>
                <a:lnTo>
                  <a:pt x="6213475" y="985837"/>
                </a:lnTo>
                <a:lnTo>
                  <a:pt x="5688013" y="1566862"/>
                </a:lnTo>
                <a:lnTo>
                  <a:pt x="5607050" y="1495424"/>
                </a:lnTo>
                <a:close/>
                <a:moveTo>
                  <a:pt x="1258887" y="912812"/>
                </a:moveTo>
                <a:lnTo>
                  <a:pt x="1784350" y="1495424"/>
                </a:lnTo>
                <a:lnTo>
                  <a:pt x="1703387" y="1566862"/>
                </a:lnTo>
                <a:lnTo>
                  <a:pt x="1177925" y="985837"/>
                </a:lnTo>
                <a:close/>
                <a:moveTo>
                  <a:pt x="5980113" y="788987"/>
                </a:moveTo>
                <a:lnTo>
                  <a:pt x="6065838" y="857250"/>
                </a:lnTo>
                <a:lnTo>
                  <a:pt x="5573713" y="1470025"/>
                </a:lnTo>
                <a:lnTo>
                  <a:pt x="5489575" y="1397000"/>
                </a:lnTo>
                <a:close/>
                <a:moveTo>
                  <a:pt x="1411288" y="788987"/>
                </a:moveTo>
                <a:lnTo>
                  <a:pt x="1903413" y="1397000"/>
                </a:lnTo>
                <a:lnTo>
                  <a:pt x="1817688" y="1470025"/>
                </a:lnTo>
                <a:lnTo>
                  <a:pt x="1327150" y="857250"/>
                </a:lnTo>
                <a:close/>
                <a:moveTo>
                  <a:pt x="5827713" y="674687"/>
                </a:moveTo>
                <a:lnTo>
                  <a:pt x="5913438" y="738187"/>
                </a:lnTo>
                <a:lnTo>
                  <a:pt x="5454650" y="1371600"/>
                </a:lnTo>
                <a:lnTo>
                  <a:pt x="5365750" y="1308100"/>
                </a:lnTo>
                <a:close/>
                <a:moveTo>
                  <a:pt x="1563687" y="674687"/>
                </a:moveTo>
                <a:lnTo>
                  <a:pt x="2025650" y="1308100"/>
                </a:lnTo>
                <a:lnTo>
                  <a:pt x="1936750" y="1371600"/>
                </a:lnTo>
                <a:lnTo>
                  <a:pt x="1479550" y="738187"/>
                </a:lnTo>
                <a:close/>
                <a:moveTo>
                  <a:pt x="5667375" y="568325"/>
                </a:moveTo>
                <a:lnTo>
                  <a:pt x="5756275" y="623888"/>
                </a:lnTo>
                <a:lnTo>
                  <a:pt x="5332413" y="1282700"/>
                </a:lnTo>
                <a:lnTo>
                  <a:pt x="5238750" y="1222375"/>
                </a:lnTo>
                <a:close/>
                <a:moveTo>
                  <a:pt x="1725613" y="568325"/>
                </a:moveTo>
                <a:lnTo>
                  <a:pt x="2152651" y="1222375"/>
                </a:lnTo>
                <a:lnTo>
                  <a:pt x="2060576" y="1282700"/>
                </a:lnTo>
                <a:lnTo>
                  <a:pt x="1636713" y="623888"/>
                </a:lnTo>
                <a:close/>
                <a:moveTo>
                  <a:pt x="5497513" y="466725"/>
                </a:moveTo>
                <a:lnTo>
                  <a:pt x="5594351" y="522288"/>
                </a:lnTo>
                <a:lnTo>
                  <a:pt x="5200651" y="1201738"/>
                </a:lnTo>
                <a:lnTo>
                  <a:pt x="5106988" y="1146175"/>
                </a:lnTo>
                <a:close/>
                <a:moveTo>
                  <a:pt x="1893888" y="466725"/>
                </a:moveTo>
                <a:lnTo>
                  <a:pt x="2284413" y="1146175"/>
                </a:lnTo>
                <a:lnTo>
                  <a:pt x="2190750" y="1201738"/>
                </a:lnTo>
                <a:lnTo>
                  <a:pt x="1797050" y="522288"/>
                </a:lnTo>
                <a:close/>
                <a:moveTo>
                  <a:pt x="5327650" y="377825"/>
                </a:moveTo>
                <a:lnTo>
                  <a:pt x="5426075" y="428625"/>
                </a:lnTo>
                <a:lnTo>
                  <a:pt x="5068887" y="1125538"/>
                </a:lnTo>
                <a:lnTo>
                  <a:pt x="4972050" y="1074738"/>
                </a:lnTo>
                <a:close/>
                <a:moveTo>
                  <a:pt x="2063751" y="377825"/>
                </a:moveTo>
                <a:lnTo>
                  <a:pt x="2420938" y="1074738"/>
                </a:lnTo>
                <a:lnTo>
                  <a:pt x="2322513" y="1125538"/>
                </a:lnTo>
                <a:lnTo>
                  <a:pt x="1966913" y="428625"/>
                </a:lnTo>
                <a:close/>
                <a:moveTo>
                  <a:pt x="5149850" y="296862"/>
                </a:moveTo>
                <a:lnTo>
                  <a:pt x="5251450" y="339725"/>
                </a:lnTo>
                <a:lnTo>
                  <a:pt x="4933950" y="1057275"/>
                </a:lnTo>
                <a:lnTo>
                  <a:pt x="4832350" y="1011238"/>
                </a:lnTo>
                <a:close/>
                <a:moveTo>
                  <a:pt x="2241550" y="296862"/>
                </a:moveTo>
                <a:lnTo>
                  <a:pt x="2560638" y="1011238"/>
                </a:lnTo>
                <a:lnTo>
                  <a:pt x="2459038" y="1057275"/>
                </a:lnTo>
                <a:lnTo>
                  <a:pt x="2139950" y="339725"/>
                </a:lnTo>
                <a:close/>
                <a:moveTo>
                  <a:pt x="4972050" y="225425"/>
                </a:moveTo>
                <a:lnTo>
                  <a:pt x="5073650" y="263525"/>
                </a:lnTo>
                <a:lnTo>
                  <a:pt x="4794250" y="993775"/>
                </a:lnTo>
                <a:lnTo>
                  <a:pt x="4692650" y="955675"/>
                </a:lnTo>
                <a:close/>
                <a:moveTo>
                  <a:pt x="2420938" y="225425"/>
                </a:moveTo>
                <a:lnTo>
                  <a:pt x="2700338" y="955675"/>
                </a:lnTo>
                <a:lnTo>
                  <a:pt x="2598738" y="993775"/>
                </a:lnTo>
                <a:lnTo>
                  <a:pt x="2317750" y="263525"/>
                </a:lnTo>
                <a:close/>
                <a:moveTo>
                  <a:pt x="4789488" y="160337"/>
                </a:moveTo>
                <a:lnTo>
                  <a:pt x="4891088" y="195262"/>
                </a:lnTo>
                <a:lnTo>
                  <a:pt x="4649788" y="942975"/>
                </a:lnTo>
                <a:lnTo>
                  <a:pt x="4548188" y="908050"/>
                </a:lnTo>
                <a:close/>
                <a:moveTo>
                  <a:pt x="2601913" y="160337"/>
                </a:moveTo>
                <a:lnTo>
                  <a:pt x="2844801" y="908050"/>
                </a:lnTo>
                <a:lnTo>
                  <a:pt x="2741613" y="942975"/>
                </a:lnTo>
                <a:lnTo>
                  <a:pt x="2500313" y="195262"/>
                </a:lnTo>
                <a:close/>
                <a:moveTo>
                  <a:pt x="4603751" y="109537"/>
                </a:moveTo>
                <a:lnTo>
                  <a:pt x="4705351" y="139700"/>
                </a:lnTo>
                <a:lnTo>
                  <a:pt x="4505326" y="895350"/>
                </a:lnTo>
                <a:lnTo>
                  <a:pt x="4398963" y="866775"/>
                </a:lnTo>
                <a:close/>
                <a:moveTo>
                  <a:pt x="2789238" y="109537"/>
                </a:moveTo>
                <a:lnTo>
                  <a:pt x="2992438" y="866775"/>
                </a:lnTo>
                <a:lnTo>
                  <a:pt x="2886075" y="895350"/>
                </a:lnTo>
                <a:lnTo>
                  <a:pt x="2687638" y="139700"/>
                </a:lnTo>
                <a:close/>
                <a:moveTo>
                  <a:pt x="4411663" y="68262"/>
                </a:moveTo>
                <a:lnTo>
                  <a:pt x="4518025" y="88900"/>
                </a:lnTo>
                <a:lnTo>
                  <a:pt x="4357687" y="857250"/>
                </a:lnTo>
                <a:lnTo>
                  <a:pt x="4251325" y="831850"/>
                </a:lnTo>
                <a:close/>
                <a:moveTo>
                  <a:pt x="2979737" y="68262"/>
                </a:moveTo>
                <a:lnTo>
                  <a:pt x="3140075" y="831850"/>
                </a:lnTo>
                <a:lnTo>
                  <a:pt x="3035300" y="857250"/>
                </a:lnTo>
                <a:lnTo>
                  <a:pt x="2873375" y="88900"/>
                </a:lnTo>
                <a:close/>
                <a:moveTo>
                  <a:pt x="4221163" y="33337"/>
                </a:moveTo>
                <a:lnTo>
                  <a:pt x="4327525" y="50800"/>
                </a:lnTo>
                <a:lnTo>
                  <a:pt x="4205287" y="823912"/>
                </a:lnTo>
                <a:lnTo>
                  <a:pt x="4098925" y="806450"/>
                </a:lnTo>
                <a:close/>
                <a:moveTo>
                  <a:pt x="3170238" y="33337"/>
                </a:moveTo>
                <a:lnTo>
                  <a:pt x="3294063" y="806450"/>
                </a:lnTo>
                <a:lnTo>
                  <a:pt x="3187700" y="823912"/>
                </a:lnTo>
                <a:lnTo>
                  <a:pt x="3063875" y="50800"/>
                </a:lnTo>
                <a:close/>
                <a:moveTo>
                  <a:pt x="4030663" y="12700"/>
                </a:moveTo>
                <a:lnTo>
                  <a:pt x="4137025" y="25400"/>
                </a:lnTo>
                <a:lnTo>
                  <a:pt x="4056063" y="803275"/>
                </a:lnTo>
                <a:lnTo>
                  <a:pt x="3946525" y="788988"/>
                </a:lnTo>
                <a:close/>
                <a:moveTo>
                  <a:pt x="3360738" y="12700"/>
                </a:moveTo>
                <a:lnTo>
                  <a:pt x="3446463" y="788988"/>
                </a:lnTo>
                <a:lnTo>
                  <a:pt x="3335338" y="803275"/>
                </a:lnTo>
                <a:lnTo>
                  <a:pt x="3255963" y="25400"/>
                </a:lnTo>
                <a:close/>
                <a:moveTo>
                  <a:pt x="3835400" y="0"/>
                </a:moveTo>
                <a:lnTo>
                  <a:pt x="3941763" y="7938"/>
                </a:lnTo>
                <a:lnTo>
                  <a:pt x="3903663" y="788988"/>
                </a:lnTo>
                <a:lnTo>
                  <a:pt x="3794125" y="781050"/>
                </a:lnTo>
                <a:close/>
                <a:moveTo>
                  <a:pt x="3641725" y="0"/>
                </a:moveTo>
                <a:lnTo>
                  <a:pt x="3751263" y="0"/>
                </a:lnTo>
                <a:lnTo>
                  <a:pt x="3751263" y="781050"/>
                </a:lnTo>
                <a:lnTo>
                  <a:pt x="3641725" y="781050"/>
                </a:lnTo>
                <a:close/>
                <a:moveTo>
                  <a:pt x="3556001" y="0"/>
                </a:moveTo>
                <a:lnTo>
                  <a:pt x="3598863" y="781050"/>
                </a:lnTo>
                <a:lnTo>
                  <a:pt x="3487738" y="788988"/>
                </a:lnTo>
                <a:lnTo>
                  <a:pt x="3449638" y="7938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vert="horz" wrap="square" lIns="34286" tIns="17143" rIns="34286" bIns="17143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675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48AEA-1BED-5173-90B3-399A6FFCD0A0}"/>
              </a:ext>
            </a:extLst>
          </p:cNvPr>
          <p:cNvSpPr txBox="1"/>
          <p:nvPr/>
        </p:nvSpPr>
        <p:spPr>
          <a:xfrm>
            <a:off x="6079171" y="2855640"/>
            <a:ext cx="428583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A547DA-951B-724F-4EF1-BD757B0863CF}"/>
              </a:ext>
            </a:extLst>
          </p:cNvPr>
          <p:cNvSpPr txBox="1"/>
          <p:nvPr/>
        </p:nvSpPr>
        <p:spPr>
          <a:xfrm>
            <a:off x="7575521" y="2845630"/>
            <a:ext cx="416527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100</a:t>
            </a:r>
          </a:p>
        </p:txBody>
      </p:sp>
      <p:sp>
        <p:nvSpPr>
          <p:cNvPr id="49" name="Rounded Rectangle 114">
            <a:extLst>
              <a:ext uri="{FF2B5EF4-FFF2-40B4-BE49-F238E27FC236}">
                <a16:creationId xmlns:a16="http://schemas.microsoft.com/office/drawing/2014/main" id="{CB4AD8D3-B408-70BB-02A5-D34C4C425923}"/>
              </a:ext>
            </a:extLst>
          </p:cNvPr>
          <p:cNvSpPr/>
          <p:nvPr/>
        </p:nvSpPr>
        <p:spPr>
          <a:xfrm>
            <a:off x="3372481" y="1322569"/>
            <a:ext cx="2342570" cy="2387116"/>
          </a:xfrm>
          <a:prstGeom prst="roundRect">
            <a:avLst>
              <a:gd name="adj" fmla="val 3973"/>
            </a:avLst>
          </a:prstGeom>
          <a:noFill/>
          <a:ln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52" name="AutoShape 12">
            <a:extLst>
              <a:ext uri="{FF2B5EF4-FFF2-40B4-BE49-F238E27FC236}">
                <a16:creationId xmlns:a16="http://schemas.microsoft.com/office/drawing/2014/main" id="{A92377DC-1828-E477-E9B5-126110DBD7A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697440" y="1973848"/>
            <a:ext cx="1802618" cy="949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86" tIns="17143" rIns="34286" bIns="17143" numCol="1" anchor="t" anchorCtr="0" compatLnSpc="1">
            <a:prstTxWarp prst="textNoShape">
              <a:avLst/>
            </a:prstTxWarp>
          </a:bodyPr>
          <a:lstStyle/>
          <a:p>
            <a:endParaRPr lang="en-US" sz="675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8B7154-EEA3-68C6-21D7-4F962A1E9984}"/>
              </a:ext>
            </a:extLst>
          </p:cNvPr>
          <p:cNvSpPr txBox="1"/>
          <p:nvPr/>
        </p:nvSpPr>
        <p:spPr>
          <a:xfrm>
            <a:off x="4177821" y="2705210"/>
            <a:ext cx="754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accent3">
                    <a:lumMod val="75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20%</a:t>
            </a:r>
          </a:p>
        </p:txBody>
      </p:sp>
      <p:sp>
        <p:nvSpPr>
          <p:cNvPr id="59" name="Freeform 140">
            <a:extLst>
              <a:ext uri="{FF2B5EF4-FFF2-40B4-BE49-F238E27FC236}">
                <a16:creationId xmlns:a16="http://schemas.microsoft.com/office/drawing/2014/main" id="{BBD93B65-EBE7-0EE4-006B-F7365D69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823" y="2006649"/>
            <a:ext cx="1528409" cy="745661"/>
          </a:xfrm>
          <a:custGeom>
            <a:avLst/>
            <a:gdLst>
              <a:gd name="connsiteX0" fmla="*/ 7388225 w 7392987"/>
              <a:gd name="connsiteY0" fmla="*/ 3457575 h 3606800"/>
              <a:gd name="connsiteX1" fmla="*/ 7392987 w 7392987"/>
              <a:gd name="connsiteY1" fmla="*/ 3568700 h 3606800"/>
              <a:gd name="connsiteX2" fmla="*/ 6611939 w 7392987"/>
              <a:gd name="connsiteY2" fmla="*/ 3606800 h 3606800"/>
              <a:gd name="connsiteX3" fmla="*/ 6608763 w 7392987"/>
              <a:gd name="connsiteY3" fmla="*/ 3500438 h 3606800"/>
              <a:gd name="connsiteX4" fmla="*/ 4763 w 7392987"/>
              <a:gd name="connsiteY4" fmla="*/ 3457575 h 3606800"/>
              <a:gd name="connsiteX5" fmla="*/ 784225 w 7392987"/>
              <a:gd name="connsiteY5" fmla="*/ 3500438 h 3606800"/>
              <a:gd name="connsiteX6" fmla="*/ 779463 w 7392987"/>
              <a:gd name="connsiteY6" fmla="*/ 3606800 h 3606800"/>
              <a:gd name="connsiteX7" fmla="*/ 0 w 7392987"/>
              <a:gd name="connsiteY7" fmla="*/ 3568700 h 3606800"/>
              <a:gd name="connsiteX8" fmla="*/ 7370763 w 7392987"/>
              <a:gd name="connsiteY8" fmla="*/ 3267075 h 3606800"/>
              <a:gd name="connsiteX9" fmla="*/ 7383463 w 7392987"/>
              <a:gd name="connsiteY9" fmla="*/ 3371850 h 3606800"/>
              <a:gd name="connsiteX10" fmla="*/ 6604001 w 7392987"/>
              <a:gd name="connsiteY10" fmla="*/ 3452813 h 3606800"/>
              <a:gd name="connsiteX11" fmla="*/ 6596063 w 7392987"/>
              <a:gd name="connsiteY11" fmla="*/ 3346450 h 3606800"/>
              <a:gd name="connsiteX12" fmla="*/ 20638 w 7392987"/>
              <a:gd name="connsiteY12" fmla="*/ 3267075 h 3606800"/>
              <a:gd name="connsiteX13" fmla="*/ 796926 w 7392987"/>
              <a:gd name="connsiteY13" fmla="*/ 3346450 h 3606800"/>
              <a:gd name="connsiteX14" fmla="*/ 788989 w 7392987"/>
              <a:gd name="connsiteY14" fmla="*/ 3452813 h 3606800"/>
              <a:gd name="connsiteX15" fmla="*/ 7938 w 7392987"/>
              <a:gd name="connsiteY15" fmla="*/ 3371850 h 3606800"/>
              <a:gd name="connsiteX16" fmla="*/ 7342187 w 7392987"/>
              <a:gd name="connsiteY16" fmla="*/ 3070225 h 3606800"/>
              <a:gd name="connsiteX17" fmla="*/ 7358063 w 7392987"/>
              <a:gd name="connsiteY17" fmla="*/ 3181350 h 3606800"/>
              <a:gd name="connsiteX18" fmla="*/ 6586539 w 7392987"/>
              <a:gd name="connsiteY18" fmla="*/ 3305175 h 3606800"/>
              <a:gd name="connsiteX19" fmla="*/ 6570663 w 7392987"/>
              <a:gd name="connsiteY19" fmla="*/ 3194050 h 3606800"/>
              <a:gd name="connsiteX20" fmla="*/ 50801 w 7392987"/>
              <a:gd name="connsiteY20" fmla="*/ 3070225 h 3606800"/>
              <a:gd name="connsiteX21" fmla="*/ 822326 w 7392987"/>
              <a:gd name="connsiteY21" fmla="*/ 3194050 h 3606800"/>
              <a:gd name="connsiteX22" fmla="*/ 804863 w 7392987"/>
              <a:gd name="connsiteY22" fmla="*/ 3305175 h 3606800"/>
              <a:gd name="connsiteX23" fmla="*/ 33338 w 7392987"/>
              <a:gd name="connsiteY23" fmla="*/ 3181350 h 3606800"/>
              <a:gd name="connsiteX24" fmla="*/ 7304087 w 7392987"/>
              <a:gd name="connsiteY24" fmla="*/ 2884487 h 3606800"/>
              <a:gd name="connsiteX25" fmla="*/ 7329487 w 7392987"/>
              <a:gd name="connsiteY25" fmla="*/ 2990850 h 3606800"/>
              <a:gd name="connsiteX26" fmla="*/ 6561137 w 7392987"/>
              <a:gd name="connsiteY26" fmla="*/ 3151187 h 3606800"/>
              <a:gd name="connsiteX27" fmla="*/ 6540499 w 7392987"/>
              <a:gd name="connsiteY27" fmla="*/ 3044824 h 3606800"/>
              <a:gd name="connsiteX28" fmla="*/ 88900 w 7392987"/>
              <a:gd name="connsiteY28" fmla="*/ 2884487 h 3606800"/>
              <a:gd name="connsiteX29" fmla="*/ 852488 w 7392987"/>
              <a:gd name="connsiteY29" fmla="*/ 3044824 h 3606800"/>
              <a:gd name="connsiteX30" fmla="*/ 830263 w 7392987"/>
              <a:gd name="connsiteY30" fmla="*/ 3151187 h 3606800"/>
              <a:gd name="connsiteX31" fmla="*/ 63500 w 7392987"/>
              <a:gd name="connsiteY31" fmla="*/ 2990850 h 3606800"/>
              <a:gd name="connsiteX32" fmla="*/ 7256463 w 7392987"/>
              <a:gd name="connsiteY32" fmla="*/ 2692400 h 3606800"/>
              <a:gd name="connsiteX33" fmla="*/ 7286625 w 7392987"/>
              <a:gd name="connsiteY33" fmla="*/ 2798762 h 3606800"/>
              <a:gd name="connsiteX34" fmla="*/ 6527799 w 7392987"/>
              <a:gd name="connsiteY34" fmla="*/ 3003550 h 3606800"/>
              <a:gd name="connsiteX35" fmla="*/ 6502399 w 7392987"/>
              <a:gd name="connsiteY35" fmla="*/ 2897188 h 3606800"/>
              <a:gd name="connsiteX36" fmla="*/ 134938 w 7392987"/>
              <a:gd name="connsiteY36" fmla="*/ 2692400 h 3606800"/>
              <a:gd name="connsiteX37" fmla="*/ 890588 w 7392987"/>
              <a:gd name="connsiteY37" fmla="*/ 2897188 h 3606800"/>
              <a:gd name="connsiteX38" fmla="*/ 865188 w 7392987"/>
              <a:gd name="connsiteY38" fmla="*/ 3003550 h 3606800"/>
              <a:gd name="connsiteX39" fmla="*/ 106363 w 7392987"/>
              <a:gd name="connsiteY39" fmla="*/ 2798762 h 3606800"/>
              <a:gd name="connsiteX40" fmla="*/ 7197725 w 7392987"/>
              <a:gd name="connsiteY40" fmla="*/ 2509837 h 3606800"/>
              <a:gd name="connsiteX41" fmla="*/ 7231063 w 7392987"/>
              <a:gd name="connsiteY41" fmla="*/ 2611437 h 3606800"/>
              <a:gd name="connsiteX42" fmla="*/ 6489701 w 7392987"/>
              <a:gd name="connsiteY42" fmla="*/ 2854325 h 3606800"/>
              <a:gd name="connsiteX43" fmla="*/ 6454775 w 7392987"/>
              <a:gd name="connsiteY43" fmla="*/ 2752725 h 3606800"/>
              <a:gd name="connsiteX44" fmla="*/ 195263 w 7392987"/>
              <a:gd name="connsiteY44" fmla="*/ 2509837 h 3606800"/>
              <a:gd name="connsiteX45" fmla="*/ 936626 w 7392987"/>
              <a:gd name="connsiteY45" fmla="*/ 2752725 h 3606800"/>
              <a:gd name="connsiteX46" fmla="*/ 903289 w 7392987"/>
              <a:gd name="connsiteY46" fmla="*/ 2854325 h 3606800"/>
              <a:gd name="connsiteX47" fmla="*/ 160338 w 7392987"/>
              <a:gd name="connsiteY47" fmla="*/ 2611437 h 3606800"/>
              <a:gd name="connsiteX48" fmla="*/ 7129463 w 7392987"/>
              <a:gd name="connsiteY48" fmla="*/ 2327275 h 3606800"/>
              <a:gd name="connsiteX49" fmla="*/ 7172325 w 7392987"/>
              <a:gd name="connsiteY49" fmla="*/ 2428875 h 3606800"/>
              <a:gd name="connsiteX50" fmla="*/ 6438899 w 7392987"/>
              <a:gd name="connsiteY50" fmla="*/ 2709863 h 3606800"/>
              <a:gd name="connsiteX51" fmla="*/ 6400799 w 7392987"/>
              <a:gd name="connsiteY51" fmla="*/ 2608263 h 3606800"/>
              <a:gd name="connsiteX52" fmla="*/ 261938 w 7392987"/>
              <a:gd name="connsiteY52" fmla="*/ 2327275 h 3606800"/>
              <a:gd name="connsiteX53" fmla="*/ 992188 w 7392987"/>
              <a:gd name="connsiteY53" fmla="*/ 2608263 h 3606800"/>
              <a:gd name="connsiteX54" fmla="*/ 954088 w 7392987"/>
              <a:gd name="connsiteY54" fmla="*/ 2709863 h 3606800"/>
              <a:gd name="connsiteX55" fmla="*/ 220663 w 7392987"/>
              <a:gd name="connsiteY55" fmla="*/ 2428875 h 3606800"/>
              <a:gd name="connsiteX56" fmla="*/ 7053263 w 7392987"/>
              <a:gd name="connsiteY56" fmla="*/ 2149475 h 3606800"/>
              <a:gd name="connsiteX57" fmla="*/ 7099299 w 7392987"/>
              <a:gd name="connsiteY57" fmla="*/ 2246312 h 3606800"/>
              <a:gd name="connsiteX58" fmla="*/ 6383337 w 7392987"/>
              <a:gd name="connsiteY58" fmla="*/ 2565400 h 3606800"/>
              <a:gd name="connsiteX59" fmla="*/ 6340475 w 7392987"/>
              <a:gd name="connsiteY59" fmla="*/ 2468562 h 3606800"/>
              <a:gd name="connsiteX60" fmla="*/ 338137 w 7392987"/>
              <a:gd name="connsiteY60" fmla="*/ 2149475 h 3606800"/>
              <a:gd name="connsiteX61" fmla="*/ 1050925 w 7392987"/>
              <a:gd name="connsiteY61" fmla="*/ 2468562 h 3606800"/>
              <a:gd name="connsiteX62" fmla="*/ 1008063 w 7392987"/>
              <a:gd name="connsiteY62" fmla="*/ 2565400 h 3606800"/>
              <a:gd name="connsiteX63" fmla="*/ 292100 w 7392987"/>
              <a:gd name="connsiteY63" fmla="*/ 2246312 h 3606800"/>
              <a:gd name="connsiteX64" fmla="*/ 6969125 w 7392987"/>
              <a:gd name="connsiteY64" fmla="*/ 1974850 h 3606800"/>
              <a:gd name="connsiteX65" fmla="*/ 7019925 w 7392987"/>
              <a:gd name="connsiteY65" fmla="*/ 2073275 h 3606800"/>
              <a:gd name="connsiteX66" fmla="*/ 6319837 w 7392987"/>
              <a:gd name="connsiteY66" fmla="*/ 2425700 h 3606800"/>
              <a:gd name="connsiteX67" fmla="*/ 6273799 w 7392987"/>
              <a:gd name="connsiteY67" fmla="*/ 2332038 h 3606800"/>
              <a:gd name="connsiteX68" fmla="*/ 423863 w 7392987"/>
              <a:gd name="connsiteY68" fmla="*/ 1974850 h 3606800"/>
              <a:gd name="connsiteX69" fmla="*/ 1119188 w 7392987"/>
              <a:gd name="connsiteY69" fmla="*/ 2332038 h 3606800"/>
              <a:gd name="connsiteX70" fmla="*/ 1071563 w 7392987"/>
              <a:gd name="connsiteY70" fmla="*/ 2425700 h 3606800"/>
              <a:gd name="connsiteX71" fmla="*/ 373063 w 7392987"/>
              <a:gd name="connsiteY71" fmla="*/ 2073275 h 3606800"/>
              <a:gd name="connsiteX72" fmla="*/ 6875463 w 7392987"/>
              <a:gd name="connsiteY72" fmla="*/ 1804987 h 3606800"/>
              <a:gd name="connsiteX73" fmla="*/ 6926263 w 7392987"/>
              <a:gd name="connsiteY73" fmla="*/ 1898650 h 3606800"/>
              <a:gd name="connsiteX74" fmla="*/ 6251575 w 7392987"/>
              <a:gd name="connsiteY74" fmla="*/ 2289175 h 3606800"/>
              <a:gd name="connsiteX75" fmla="*/ 6197599 w 7392987"/>
              <a:gd name="connsiteY75" fmla="*/ 2195512 h 3606800"/>
              <a:gd name="connsiteX76" fmla="*/ 517525 w 7392987"/>
              <a:gd name="connsiteY76" fmla="*/ 1804987 h 3606800"/>
              <a:gd name="connsiteX77" fmla="*/ 1195388 w 7392987"/>
              <a:gd name="connsiteY77" fmla="*/ 2195512 h 3606800"/>
              <a:gd name="connsiteX78" fmla="*/ 1139825 w 7392987"/>
              <a:gd name="connsiteY78" fmla="*/ 2289175 h 3606800"/>
              <a:gd name="connsiteX79" fmla="*/ 466725 w 7392987"/>
              <a:gd name="connsiteY79" fmla="*/ 1898650 h 3606800"/>
              <a:gd name="connsiteX80" fmla="*/ 6769101 w 7392987"/>
              <a:gd name="connsiteY80" fmla="*/ 1639887 h 3606800"/>
              <a:gd name="connsiteX81" fmla="*/ 6827839 w 7392987"/>
              <a:gd name="connsiteY81" fmla="*/ 1733550 h 3606800"/>
              <a:gd name="connsiteX82" fmla="*/ 6175375 w 7392987"/>
              <a:gd name="connsiteY82" fmla="*/ 2157412 h 3606800"/>
              <a:gd name="connsiteX83" fmla="*/ 6116639 w 7392987"/>
              <a:gd name="connsiteY83" fmla="*/ 2068512 h 3606800"/>
              <a:gd name="connsiteX84" fmla="*/ 622301 w 7392987"/>
              <a:gd name="connsiteY84" fmla="*/ 1639887 h 3606800"/>
              <a:gd name="connsiteX85" fmla="*/ 1276351 w 7392987"/>
              <a:gd name="connsiteY85" fmla="*/ 2068512 h 3606800"/>
              <a:gd name="connsiteX86" fmla="*/ 1216026 w 7392987"/>
              <a:gd name="connsiteY86" fmla="*/ 2157412 h 3606800"/>
              <a:gd name="connsiteX87" fmla="*/ 563563 w 7392987"/>
              <a:gd name="connsiteY87" fmla="*/ 1733550 h 3606800"/>
              <a:gd name="connsiteX88" fmla="*/ 6659563 w 7392987"/>
              <a:gd name="connsiteY88" fmla="*/ 1482725 h 3606800"/>
              <a:gd name="connsiteX89" fmla="*/ 6723063 w 7392987"/>
              <a:gd name="connsiteY89" fmla="*/ 1571625 h 3606800"/>
              <a:gd name="connsiteX90" fmla="*/ 6091238 w 7392987"/>
              <a:gd name="connsiteY90" fmla="*/ 2030413 h 3606800"/>
              <a:gd name="connsiteX91" fmla="*/ 6027738 w 7392987"/>
              <a:gd name="connsiteY91" fmla="*/ 1944688 h 3606800"/>
              <a:gd name="connsiteX92" fmla="*/ 733425 w 7392987"/>
              <a:gd name="connsiteY92" fmla="*/ 1482725 h 3606800"/>
              <a:gd name="connsiteX93" fmla="*/ 1365250 w 7392987"/>
              <a:gd name="connsiteY93" fmla="*/ 1944688 h 3606800"/>
              <a:gd name="connsiteX94" fmla="*/ 1301750 w 7392987"/>
              <a:gd name="connsiteY94" fmla="*/ 2030413 h 3606800"/>
              <a:gd name="connsiteX95" fmla="*/ 669925 w 7392987"/>
              <a:gd name="connsiteY95" fmla="*/ 1571625 h 3606800"/>
              <a:gd name="connsiteX96" fmla="*/ 6535739 w 7392987"/>
              <a:gd name="connsiteY96" fmla="*/ 1328737 h 3606800"/>
              <a:gd name="connsiteX97" fmla="*/ 6604001 w 7392987"/>
              <a:gd name="connsiteY97" fmla="*/ 1414462 h 3606800"/>
              <a:gd name="connsiteX98" fmla="*/ 5997576 w 7392987"/>
              <a:gd name="connsiteY98" fmla="*/ 1906587 h 3606800"/>
              <a:gd name="connsiteX99" fmla="*/ 5929313 w 7392987"/>
              <a:gd name="connsiteY99" fmla="*/ 1822450 h 3606800"/>
              <a:gd name="connsiteX100" fmla="*/ 855663 w 7392987"/>
              <a:gd name="connsiteY100" fmla="*/ 1328737 h 3606800"/>
              <a:gd name="connsiteX101" fmla="*/ 1462088 w 7392987"/>
              <a:gd name="connsiteY101" fmla="*/ 1822450 h 3606800"/>
              <a:gd name="connsiteX102" fmla="*/ 1393825 w 7392987"/>
              <a:gd name="connsiteY102" fmla="*/ 1906587 h 3606800"/>
              <a:gd name="connsiteX103" fmla="*/ 788988 w 7392987"/>
              <a:gd name="connsiteY103" fmla="*/ 1414462 h 3606800"/>
              <a:gd name="connsiteX104" fmla="*/ 6408739 w 7392987"/>
              <a:gd name="connsiteY104" fmla="*/ 1184275 h 3606800"/>
              <a:gd name="connsiteX105" fmla="*/ 6481763 w 7392987"/>
              <a:gd name="connsiteY105" fmla="*/ 1265238 h 3606800"/>
              <a:gd name="connsiteX106" fmla="*/ 5900738 w 7392987"/>
              <a:gd name="connsiteY106" fmla="*/ 1787525 h 3606800"/>
              <a:gd name="connsiteX107" fmla="*/ 5827713 w 7392987"/>
              <a:gd name="connsiteY107" fmla="*/ 1706562 h 3606800"/>
              <a:gd name="connsiteX108" fmla="*/ 982663 w 7392987"/>
              <a:gd name="connsiteY108" fmla="*/ 1184275 h 3606800"/>
              <a:gd name="connsiteX109" fmla="*/ 1563688 w 7392987"/>
              <a:gd name="connsiteY109" fmla="*/ 1706562 h 3606800"/>
              <a:gd name="connsiteX110" fmla="*/ 1492250 w 7392987"/>
              <a:gd name="connsiteY110" fmla="*/ 1787525 h 3606800"/>
              <a:gd name="connsiteX111" fmla="*/ 911225 w 7392987"/>
              <a:gd name="connsiteY111" fmla="*/ 1265238 h 3606800"/>
              <a:gd name="connsiteX112" fmla="*/ 6273801 w 7392987"/>
              <a:gd name="connsiteY112" fmla="*/ 1044575 h 3606800"/>
              <a:gd name="connsiteX113" fmla="*/ 6350001 w 7392987"/>
              <a:gd name="connsiteY113" fmla="*/ 1120775 h 3606800"/>
              <a:gd name="connsiteX114" fmla="*/ 5799138 w 7392987"/>
              <a:gd name="connsiteY114" fmla="*/ 1677988 h 3606800"/>
              <a:gd name="connsiteX115" fmla="*/ 5722938 w 7392987"/>
              <a:gd name="connsiteY115" fmla="*/ 1601788 h 3606800"/>
              <a:gd name="connsiteX116" fmla="*/ 1119188 w 7392987"/>
              <a:gd name="connsiteY116" fmla="*/ 1044575 h 3606800"/>
              <a:gd name="connsiteX117" fmla="*/ 1670051 w 7392987"/>
              <a:gd name="connsiteY117" fmla="*/ 1601788 h 3606800"/>
              <a:gd name="connsiteX118" fmla="*/ 1593851 w 7392987"/>
              <a:gd name="connsiteY118" fmla="*/ 1677988 h 3606800"/>
              <a:gd name="connsiteX119" fmla="*/ 1042988 w 7392987"/>
              <a:gd name="connsiteY119" fmla="*/ 1120775 h 3606800"/>
              <a:gd name="connsiteX120" fmla="*/ 6134099 w 7392987"/>
              <a:gd name="connsiteY120" fmla="*/ 912812 h 3606800"/>
              <a:gd name="connsiteX121" fmla="*/ 6213475 w 7392987"/>
              <a:gd name="connsiteY121" fmla="*/ 985837 h 3606800"/>
              <a:gd name="connsiteX122" fmla="*/ 5688013 w 7392987"/>
              <a:gd name="connsiteY122" fmla="*/ 1566862 h 3606800"/>
              <a:gd name="connsiteX123" fmla="*/ 5607050 w 7392987"/>
              <a:gd name="connsiteY123" fmla="*/ 1495424 h 3606800"/>
              <a:gd name="connsiteX124" fmla="*/ 1258887 w 7392987"/>
              <a:gd name="connsiteY124" fmla="*/ 912812 h 3606800"/>
              <a:gd name="connsiteX125" fmla="*/ 1784350 w 7392987"/>
              <a:gd name="connsiteY125" fmla="*/ 1495424 h 3606800"/>
              <a:gd name="connsiteX126" fmla="*/ 1703387 w 7392987"/>
              <a:gd name="connsiteY126" fmla="*/ 1566862 h 3606800"/>
              <a:gd name="connsiteX127" fmla="*/ 1177925 w 7392987"/>
              <a:gd name="connsiteY127" fmla="*/ 985837 h 3606800"/>
              <a:gd name="connsiteX128" fmla="*/ 5980113 w 7392987"/>
              <a:gd name="connsiteY128" fmla="*/ 788987 h 3606800"/>
              <a:gd name="connsiteX129" fmla="*/ 6065838 w 7392987"/>
              <a:gd name="connsiteY129" fmla="*/ 857250 h 3606800"/>
              <a:gd name="connsiteX130" fmla="*/ 5573713 w 7392987"/>
              <a:gd name="connsiteY130" fmla="*/ 1470025 h 3606800"/>
              <a:gd name="connsiteX131" fmla="*/ 5489575 w 7392987"/>
              <a:gd name="connsiteY131" fmla="*/ 1397000 h 3606800"/>
              <a:gd name="connsiteX132" fmla="*/ 1411288 w 7392987"/>
              <a:gd name="connsiteY132" fmla="*/ 788987 h 3606800"/>
              <a:gd name="connsiteX133" fmla="*/ 1903413 w 7392987"/>
              <a:gd name="connsiteY133" fmla="*/ 1397000 h 3606800"/>
              <a:gd name="connsiteX134" fmla="*/ 1817688 w 7392987"/>
              <a:gd name="connsiteY134" fmla="*/ 1470025 h 3606800"/>
              <a:gd name="connsiteX135" fmla="*/ 1327150 w 7392987"/>
              <a:gd name="connsiteY135" fmla="*/ 857250 h 3606800"/>
              <a:gd name="connsiteX136" fmla="*/ 5827713 w 7392987"/>
              <a:gd name="connsiteY136" fmla="*/ 674687 h 3606800"/>
              <a:gd name="connsiteX137" fmla="*/ 5913438 w 7392987"/>
              <a:gd name="connsiteY137" fmla="*/ 738187 h 3606800"/>
              <a:gd name="connsiteX138" fmla="*/ 5454650 w 7392987"/>
              <a:gd name="connsiteY138" fmla="*/ 1371600 h 3606800"/>
              <a:gd name="connsiteX139" fmla="*/ 5365750 w 7392987"/>
              <a:gd name="connsiteY139" fmla="*/ 1308100 h 3606800"/>
              <a:gd name="connsiteX140" fmla="*/ 1563687 w 7392987"/>
              <a:gd name="connsiteY140" fmla="*/ 674687 h 3606800"/>
              <a:gd name="connsiteX141" fmla="*/ 2025650 w 7392987"/>
              <a:gd name="connsiteY141" fmla="*/ 1308100 h 3606800"/>
              <a:gd name="connsiteX142" fmla="*/ 1936750 w 7392987"/>
              <a:gd name="connsiteY142" fmla="*/ 1371600 h 3606800"/>
              <a:gd name="connsiteX143" fmla="*/ 1479550 w 7392987"/>
              <a:gd name="connsiteY143" fmla="*/ 738187 h 3606800"/>
              <a:gd name="connsiteX144" fmla="*/ 5667375 w 7392987"/>
              <a:gd name="connsiteY144" fmla="*/ 568325 h 3606800"/>
              <a:gd name="connsiteX145" fmla="*/ 5756275 w 7392987"/>
              <a:gd name="connsiteY145" fmla="*/ 623888 h 3606800"/>
              <a:gd name="connsiteX146" fmla="*/ 5332413 w 7392987"/>
              <a:gd name="connsiteY146" fmla="*/ 1282700 h 3606800"/>
              <a:gd name="connsiteX147" fmla="*/ 5238750 w 7392987"/>
              <a:gd name="connsiteY147" fmla="*/ 1222375 h 3606800"/>
              <a:gd name="connsiteX148" fmla="*/ 1725613 w 7392987"/>
              <a:gd name="connsiteY148" fmla="*/ 568325 h 3606800"/>
              <a:gd name="connsiteX149" fmla="*/ 2152651 w 7392987"/>
              <a:gd name="connsiteY149" fmla="*/ 1222375 h 3606800"/>
              <a:gd name="connsiteX150" fmla="*/ 2060576 w 7392987"/>
              <a:gd name="connsiteY150" fmla="*/ 1282700 h 3606800"/>
              <a:gd name="connsiteX151" fmla="*/ 1636713 w 7392987"/>
              <a:gd name="connsiteY151" fmla="*/ 623888 h 3606800"/>
              <a:gd name="connsiteX152" fmla="*/ 5497513 w 7392987"/>
              <a:gd name="connsiteY152" fmla="*/ 466725 h 3606800"/>
              <a:gd name="connsiteX153" fmla="*/ 5594351 w 7392987"/>
              <a:gd name="connsiteY153" fmla="*/ 522288 h 3606800"/>
              <a:gd name="connsiteX154" fmla="*/ 5200651 w 7392987"/>
              <a:gd name="connsiteY154" fmla="*/ 1201738 h 3606800"/>
              <a:gd name="connsiteX155" fmla="*/ 5106988 w 7392987"/>
              <a:gd name="connsiteY155" fmla="*/ 1146175 h 3606800"/>
              <a:gd name="connsiteX156" fmla="*/ 1893888 w 7392987"/>
              <a:gd name="connsiteY156" fmla="*/ 466725 h 3606800"/>
              <a:gd name="connsiteX157" fmla="*/ 2284413 w 7392987"/>
              <a:gd name="connsiteY157" fmla="*/ 1146175 h 3606800"/>
              <a:gd name="connsiteX158" fmla="*/ 2190750 w 7392987"/>
              <a:gd name="connsiteY158" fmla="*/ 1201738 h 3606800"/>
              <a:gd name="connsiteX159" fmla="*/ 1797050 w 7392987"/>
              <a:gd name="connsiteY159" fmla="*/ 522288 h 3606800"/>
              <a:gd name="connsiteX160" fmla="*/ 5327650 w 7392987"/>
              <a:gd name="connsiteY160" fmla="*/ 377825 h 3606800"/>
              <a:gd name="connsiteX161" fmla="*/ 5426075 w 7392987"/>
              <a:gd name="connsiteY161" fmla="*/ 428625 h 3606800"/>
              <a:gd name="connsiteX162" fmla="*/ 5068887 w 7392987"/>
              <a:gd name="connsiteY162" fmla="*/ 1125538 h 3606800"/>
              <a:gd name="connsiteX163" fmla="*/ 4972050 w 7392987"/>
              <a:gd name="connsiteY163" fmla="*/ 1074738 h 3606800"/>
              <a:gd name="connsiteX164" fmla="*/ 2063751 w 7392987"/>
              <a:gd name="connsiteY164" fmla="*/ 377825 h 3606800"/>
              <a:gd name="connsiteX165" fmla="*/ 2420938 w 7392987"/>
              <a:gd name="connsiteY165" fmla="*/ 1074738 h 3606800"/>
              <a:gd name="connsiteX166" fmla="*/ 2322513 w 7392987"/>
              <a:gd name="connsiteY166" fmla="*/ 1125538 h 3606800"/>
              <a:gd name="connsiteX167" fmla="*/ 1966913 w 7392987"/>
              <a:gd name="connsiteY167" fmla="*/ 428625 h 3606800"/>
              <a:gd name="connsiteX168" fmla="*/ 5149850 w 7392987"/>
              <a:gd name="connsiteY168" fmla="*/ 296862 h 3606800"/>
              <a:gd name="connsiteX169" fmla="*/ 5251450 w 7392987"/>
              <a:gd name="connsiteY169" fmla="*/ 339725 h 3606800"/>
              <a:gd name="connsiteX170" fmla="*/ 4933950 w 7392987"/>
              <a:gd name="connsiteY170" fmla="*/ 1057275 h 3606800"/>
              <a:gd name="connsiteX171" fmla="*/ 4832350 w 7392987"/>
              <a:gd name="connsiteY171" fmla="*/ 1011238 h 3606800"/>
              <a:gd name="connsiteX172" fmla="*/ 2241550 w 7392987"/>
              <a:gd name="connsiteY172" fmla="*/ 296862 h 3606800"/>
              <a:gd name="connsiteX173" fmla="*/ 2560638 w 7392987"/>
              <a:gd name="connsiteY173" fmla="*/ 1011238 h 3606800"/>
              <a:gd name="connsiteX174" fmla="*/ 2459038 w 7392987"/>
              <a:gd name="connsiteY174" fmla="*/ 1057275 h 3606800"/>
              <a:gd name="connsiteX175" fmla="*/ 2139950 w 7392987"/>
              <a:gd name="connsiteY175" fmla="*/ 339725 h 3606800"/>
              <a:gd name="connsiteX176" fmla="*/ 4972050 w 7392987"/>
              <a:gd name="connsiteY176" fmla="*/ 225425 h 3606800"/>
              <a:gd name="connsiteX177" fmla="*/ 5073650 w 7392987"/>
              <a:gd name="connsiteY177" fmla="*/ 263525 h 3606800"/>
              <a:gd name="connsiteX178" fmla="*/ 4794250 w 7392987"/>
              <a:gd name="connsiteY178" fmla="*/ 993775 h 3606800"/>
              <a:gd name="connsiteX179" fmla="*/ 4692650 w 7392987"/>
              <a:gd name="connsiteY179" fmla="*/ 955675 h 3606800"/>
              <a:gd name="connsiteX180" fmla="*/ 2420938 w 7392987"/>
              <a:gd name="connsiteY180" fmla="*/ 225425 h 3606800"/>
              <a:gd name="connsiteX181" fmla="*/ 2700338 w 7392987"/>
              <a:gd name="connsiteY181" fmla="*/ 955675 h 3606800"/>
              <a:gd name="connsiteX182" fmla="*/ 2598738 w 7392987"/>
              <a:gd name="connsiteY182" fmla="*/ 993775 h 3606800"/>
              <a:gd name="connsiteX183" fmla="*/ 2317750 w 7392987"/>
              <a:gd name="connsiteY183" fmla="*/ 263525 h 3606800"/>
              <a:gd name="connsiteX184" fmla="*/ 4789488 w 7392987"/>
              <a:gd name="connsiteY184" fmla="*/ 160337 h 3606800"/>
              <a:gd name="connsiteX185" fmla="*/ 4891088 w 7392987"/>
              <a:gd name="connsiteY185" fmla="*/ 195262 h 3606800"/>
              <a:gd name="connsiteX186" fmla="*/ 4649788 w 7392987"/>
              <a:gd name="connsiteY186" fmla="*/ 942975 h 3606800"/>
              <a:gd name="connsiteX187" fmla="*/ 4548188 w 7392987"/>
              <a:gd name="connsiteY187" fmla="*/ 908050 h 3606800"/>
              <a:gd name="connsiteX188" fmla="*/ 2601913 w 7392987"/>
              <a:gd name="connsiteY188" fmla="*/ 160337 h 3606800"/>
              <a:gd name="connsiteX189" fmla="*/ 2844801 w 7392987"/>
              <a:gd name="connsiteY189" fmla="*/ 908050 h 3606800"/>
              <a:gd name="connsiteX190" fmla="*/ 2741613 w 7392987"/>
              <a:gd name="connsiteY190" fmla="*/ 942975 h 3606800"/>
              <a:gd name="connsiteX191" fmla="*/ 2500313 w 7392987"/>
              <a:gd name="connsiteY191" fmla="*/ 195262 h 3606800"/>
              <a:gd name="connsiteX192" fmla="*/ 4603751 w 7392987"/>
              <a:gd name="connsiteY192" fmla="*/ 109537 h 3606800"/>
              <a:gd name="connsiteX193" fmla="*/ 4705351 w 7392987"/>
              <a:gd name="connsiteY193" fmla="*/ 139700 h 3606800"/>
              <a:gd name="connsiteX194" fmla="*/ 4505326 w 7392987"/>
              <a:gd name="connsiteY194" fmla="*/ 895350 h 3606800"/>
              <a:gd name="connsiteX195" fmla="*/ 4398963 w 7392987"/>
              <a:gd name="connsiteY195" fmla="*/ 866775 h 3606800"/>
              <a:gd name="connsiteX196" fmla="*/ 2789238 w 7392987"/>
              <a:gd name="connsiteY196" fmla="*/ 109537 h 3606800"/>
              <a:gd name="connsiteX197" fmla="*/ 2992438 w 7392987"/>
              <a:gd name="connsiteY197" fmla="*/ 866775 h 3606800"/>
              <a:gd name="connsiteX198" fmla="*/ 2886075 w 7392987"/>
              <a:gd name="connsiteY198" fmla="*/ 895350 h 3606800"/>
              <a:gd name="connsiteX199" fmla="*/ 2687638 w 7392987"/>
              <a:gd name="connsiteY199" fmla="*/ 139700 h 3606800"/>
              <a:gd name="connsiteX200" fmla="*/ 4411663 w 7392987"/>
              <a:gd name="connsiteY200" fmla="*/ 68262 h 3606800"/>
              <a:gd name="connsiteX201" fmla="*/ 4518025 w 7392987"/>
              <a:gd name="connsiteY201" fmla="*/ 88900 h 3606800"/>
              <a:gd name="connsiteX202" fmla="*/ 4357687 w 7392987"/>
              <a:gd name="connsiteY202" fmla="*/ 857250 h 3606800"/>
              <a:gd name="connsiteX203" fmla="*/ 4251325 w 7392987"/>
              <a:gd name="connsiteY203" fmla="*/ 831850 h 3606800"/>
              <a:gd name="connsiteX204" fmla="*/ 2979737 w 7392987"/>
              <a:gd name="connsiteY204" fmla="*/ 68262 h 3606800"/>
              <a:gd name="connsiteX205" fmla="*/ 3140075 w 7392987"/>
              <a:gd name="connsiteY205" fmla="*/ 831850 h 3606800"/>
              <a:gd name="connsiteX206" fmla="*/ 3035300 w 7392987"/>
              <a:gd name="connsiteY206" fmla="*/ 857250 h 3606800"/>
              <a:gd name="connsiteX207" fmla="*/ 2873375 w 7392987"/>
              <a:gd name="connsiteY207" fmla="*/ 88900 h 3606800"/>
              <a:gd name="connsiteX208" fmla="*/ 4221163 w 7392987"/>
              <a:gd name="connsiteY208" fmla="*/ 33337 h 3606800"/>
              <a:gd name="connsiteX209" fmla="*/ 4327525 w 7392987"/>
              <a:gd name="connsiteY209" fmla="*/ 50800 h 3606800"/>
              <a:gd name="connsiteX210" fmla="*/ 4205287 w 7392987"/>
              <a:gd name="connsiteY210" fmla="*/ 823912 h 3606800"/>
              <a:gd name="connsiteX211" fmla="*/ 4098925 w 7392987"/>
              <a:gd name="connsiteY211" fmla="*/ 806450 h 3606800"/>
              <a:gd name="connsiteX212" fmla="*/ 3170238 w 7392987"/>
              <a:gd name="connsiteY212" fmla="*/ 33337 h 3606800"/>
              <a:gd name="connsiteX213" fmla="*/ 3294063 w 7392987"/>
              <a:gd name="connsiteY213" fmla="*/ 806450 h 3606800"/>
              <a:gd name="connsiteX214" fmla="*/ 3187700 w 7392987"/>
              <a:gd name="connsiteY214" fmla="*/ 823912 h 3606800"/>
              <a:gd name="connsiteX215" fmla="*/ 3063875 w 7392987"/>
              <a:gd name="connsiteY215" fmla="*/ 50800 h 3606800"/>
              <a:gd name="connsiteX216" fmla="*/ 4030663 w 7392987"/>
              <a:gd name="connsiteY216" fmla="*/ 12700 h 3606800"/>
              <a:gd name="connsiteX217" fmla="*/ 4137025 w 7392987"/>
              <a:gd name="connsiteY217" fmla="*/ 25400 h 3606800"/>
              <a:gd name="connsiteX218" fmla="*/ 4056063 w 7392987"/>
              <a:gd name="connsiteY218" fmla="*/ 803275 h 3606800"/>
              <a:gd name="connsiteX219" fmla="*/ 3946525 w 7392987"/>
              <a:gd name="connsiteY219" fmla="*/ 788988 h 3606800"/>
              <a:gd name="connsiteX220" fmla="*/ 3360738 w 7392987"/>
              <a:gd name="connsiteY220" fmla="*/ 12700 h 3606800"/>
              <a:gd name="connsiteX221" fmla="*/ 3446463 w 7392987"/>
              <a:gd name="connsiteY221" fmla="*/ 788988 h 3606800"/>
              <a:gd name="connsiteX222" fmla="*/ 3335338 w 7392987"/>
              <a:gd name="connsiteY222" fmla="*/ 803275 h 3606800"/>
              <a:gd name="connsiteX223" fmla="*/ 3255963 w 7392987"/>
              <a:gd name="connsiteY223" fmla="*/ 25400 h 3606800"/>
              <a:gd name="connsiteX224" fmla="*/ 3835400 w 7392987"/>
              <a:gd name="connsiteY224" fmla="*/ 0 h 3606800"/>
              <a:gd name="connsiteX225" fmla="*/ 3941763 w 7392987"/>
              <a:gd name="connsiteY225" fmla="*/ 7938 h 3606800"/>
              <a:gd name="connsiteX226" fmla="*/ 3903663 w 7392987"/>
              <a:gd name="connsiteY226" fmla="*/ 788988 h 3606800"/>
              <a:gd name="connsiteX227" fmla="*/ 3794125 w 7392987"/>
              <a:gd name="connsiteY227" fmla="*/ 781050 h 3606800"/>
              <a:gd name="connsiteX228" fmla="*/ 3641725 w 7392987"/>
              <a:gd name="connsiteY228" fmla="*/ 0 h 3606800"/>
              <a:gd name="connsiteX229" fmla="*/ 3751263 w 7392987"/>
              <a:gd name="connsiteY229" fmla="*/ 0 h 3606800"/>
              <a:gd name="connsiteX230" fmla="*/ 3751263 w 7392987"/>
              <a:gd name="connsiteY230" fmla="*/ 781050 h 3606800"/>
              <a:gd name="connsiteX231" fmla="*/ 3641725 w 7392987"/>
              <a:gd name="connsiteY231" fmla="*/ 781050 h 3606800"/>
              <a:gd name="connsiteX232" fmla="*/ 3556001 w 7392987"/>
              <a:gd name="connsiteY232" fmla="*/ 0 h 3606800"/>
              <a:gd name="connsiteX233" fmla="*/ 3598863 w 7392987"/>
              <a:gd name="connsiteY233" fmla="*/ 781050 h 3606800"/>
              <a:gd name="connsiteX234" fmla="*/ 3487738 w 7392987"/>
              <a:gd name="connsiteY234" fmla="*/ 788988 h 3606800"/>
              <a:gd name="connsiteX235" fmla="*/ 3449638 w 7392987"/>
              <a:gd name="connsiteY235" fmla="*/ 7938 h 360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7392987" h="3606800">
                <a:moveTo>
                  <a:pt x="7388225" y="3457575"/>
                </a:moveTo>
                <a:lnTo>
                  <a:pt x="7392987" y="3568700"/>
                </a:lnTo>
                <a:lnTo>
                  <a:pt x="6611939" y="3606800"/>
                </a:lnTo>
                <a:lnTo>
                  <a:pt x="6608763" y="3500438"/>
                </a:lnTo>
                <a:close/>
                <a:moveTo>
                  <a:pt x="4763" y="3457575"/>
                </a:moveTo>
                <a:lnTo>
                  <a:pt x="784225" y="3500438"/>
                </a:lnTo>
                <a:lnTo>
                  <a:pt x="779463" y="3606800"/>
                </a:lnTo>
                <a:lnTo>
                  <a:pt x="0" y="3568700"/>
                </a:lnTo>
                <a:close/>
                <a:moveTo>
                  <a:pt x="7370763" y="3267075"/>
                </a:moveTo>
                <a:lnTo>
                  <a:pt x="7383463" y="3371850"/>
                </a:lnTo>
                <a:lnTo>
                  <a:pt x="6604001" y="3452813"/>
                </a:lnTo>
                <a:lnTo>
                  <a:pt x="6596063" y="3346450"/>
                </a:lnTo>
                <a:close/>
                <a:moveTo>
                  <a:pt x="20638" y="3267075"/>
                </a:moveTo>
                <a:lnTo>
                  <a:pt x="796926" y="3346450"/>
                </a:lnTo>
                <a:lnTo>
                  <a:pt x="788989" y="3452813"/>
                </a:lnTo>
                <a:lnTo>
                  <a:pt x="7938" y="3371850"/>
                </a:lnTo>
                <a:close/>
                <a:moveTo>
                  <a:pt x="7342187" y="3070225"/>
                </a:moveTo>
                <a:lnTo>
                  <a:pt x="7358063" y="3181350"/>
                </a:lnTo>
                <a:lnTo>
                  <a:pt x="6586539" y="3305175"/>
                </a:lnTo>
                <a:lnTo>
                  <a:pt x="6570663" y="3194050"/>
                </a:lnTo>
                <a:close/>
                <a:moveTo>
                  <a:pt x="50801" y="3070225"/>
                </a:moveTo>
                <a:lnTo>
                  <a:pt x="822326" y="3194050"/>
                </a:lnTo>
                <a:lnTo>
                  <a:pt x="804863" y="3305175"/>
                </a:lnTo>
                <a:lnTo>
                  <a:pt x="33338" y="3181350"/>
                </a:lnTo>
                <a:close/>
                <a:moveTo>
                  <a:pt x="7304087" y="2884487"/>
                </a:moveTo>
                <a:lnTo>
                  <a:pt x="7329487" y="2990850"/>
                </a:lnTo>
                <a:lnTo>
                  <a:pt x="6561137" y="3151187"/>
                </a:lnTo>
                <a:lnTo>
                  <a:pt x="6540499" y="3044824"/>
                </a:lnTo>
                <a:close/>
                <a:moveTo>
                  <a:pt x="88900" y="2884487"/>
                </a:moveTo>
                <a:lnTo>
                  <a:pt x="852488" y="3044824"/>
                </a:lnTo>
                <a:lnTo>
                  <a:pt x="830263" y="3151187"/>
                </a:lnTo>
                <a:lnTo>
                  <a:pt x="63500" y="2990850"/>
                </a:lnTo>
                <a:close/>
                <a:moveTo>
                  <a:pt x="7256463" y="2692400"/>
                </a:moveTo>
                <a:lnTo>
                  <a:pt x="7286625" y="2798762"/>
                </a:lnTo>
                <a:lnTo>
                  <a:pt x="6527799" y="3003550"/>
                </a:lnTo>
                <a:lnTo>
                  <a:pt x="6502399" y="2897188"/>
                </a:lnTo>
                <a:close/>
                <a:moveTo>
                  <a:pt x="134938" y="2692400"/>
                </a:moveTo>
                <a:lnTo>
                  <a:pt x="890588" y="2897188"/>
                </a:lnTo>
                <a:lnTo>
                  <a:pt x="865188" y="3003550"/>
                </a:lnTo>
                <a:lnTo>
                  <a:pt x="106363" y="2798762"/>
                </a:lnTo>
                <a:close/>
                <a:moveTo>
                  <a:pt x="7197725" y="2509837"/>
                </a:moveTo>
                <a:lnTo>
                  <a:pt x="7231063" y="2611437"/>
                </a:lnTo>
                <a:lnTo>
                  <a:pt x="6489701" y="2854325"/>
                </a:lnTo>
                <a:lnTo>
                  <a:pt x="6454775" y="2752725"/>
                </a:lnTo>
                <a:close/>
                <a:moveTo>
                  <a:pt x="195263" y="2509837"/>
                </a:moveTo>
                <a:lnTo>
                  <a:pt x="936626" y="2752725"/>
                </a:lnTo>
                <a:lnTo>
                  <a:pt x="903289" y="2854325"/>
                </a:lnTo>
                <a:lnTo>
                  <a:pt x="160338" y="2611437"/>
                </a:lnTo>
                <a:close/>
                <a:moveTo>
                  <a:pt x="7129463" y="2327275"/>
                </a:moveTo>
                <a:lnTo>
                  <a:pt x="7172325" y="2428875"/>
                </a:lnTo>
                <a:lnTo>
                  <a:pt x="6438899" y="2709863"/>
                </a:lnTo>
                <a:lnTo>
                  <a:pt x="6400799" y="2608263"/>
                </a:lnTo>
                <a:close/>
                <a:moveTo>
                  <a:pt x="261938" y="2327275"/>
                </a:moveTo>
                <a:lnTo>
                  <a:pt x="992188" y="2608263"/>
                </a:lnTo>
                <a:lnTo>
                  <a:pt x="954088" y="2709863"/>
                </a:lnTo>
                <a:lnTo>
                  <a:pt x="220663" y="2428875"/>
                </a:lnTo>
                <a:close/>
                <a:moveTo>
                  <a:pt x="7053263" y="2149475"/>
                </a:moveTo>
                <a:lnTo>
                  <a:pt x="7099299" y="2246312"/>
                </a:lnTo>
                <a:lnTo>
                  <a:pt x="6383337" y="2565400"/>
                </a:lnTo>
                <a:lnTo>
                  <a:pt x="6340475" y="2468562"/>
                </a:lnTo>
                <a:close/>
                <a:moveTo>
                  <a:pt x="338137" y="2149475"/>
                </a:moveTo>
                <a:lnTo>
                  <a:pt x="1050925" y="2468562"/>
                </a:lnTo>
                <a:lnTo>
                  <a:pt x="1008063" y="2565400"/>
                </a:lnTo>
                <a:lnTo>
                  <a:pt x="292100" y="2246312"/>
                </a:lnTo>
                <a:close/>
                <a:moveTo>
                  <a:pt x="6969125" y="1974850"/>
                </a:moveTo>
                <a:lnTo>
                  <a:pt x="7019925" y="2073275"/>
                </a:lnTo>
                <a:lnTo>
                  <a:pt x="6319837" y="2425700"/>
                </a:lnTo>
                <a:lnTo>
                  <a:pt x="6273799" y="2332038"/>
                </a:lnTo>
                <a:close/>
                <a:moveTo>
                  <a:pt x="423863" y="1974850"/>
                </a:moveTo>
                <a:lnTo>
                  <a:pt x="1119188" y="2332038"/>
                </a:lnTo>
                <a:lnTo>
                  <a:pt x="1071563" y="2425700"/>
                </a:lnTo>
                <a:lnTo>
                  <a:pt x="373063" y="2073275"/>
                </a:lnTo>
                <a:close/>
                <a:moveTo>
                  <a:pt x="6875463" y="1804987"/>
                </a:moveTo>
                <a:lnTo>
                  <a:pt x="6926263" y="1898650"/>
                </a:lnTo>
                <a:lnTo>
                  <a:pt x="6251575" y="2289175"/>
                </a:lnTo>
                <a:lnTo>
                  <a:pt x="6197599" y="2195512"/>
                </a:lnTo>
                <a:close/>
                <a:moveTo>
                  <a:pt x="517525" y="1804987"/>
                </a:moveTo>
                <a:lnTo>
                  <a:pt x="1195388" y="2195512"/>
                </a:lnTo>
                <a:lnTo>
                  <a:pt x="1139825" y="2289175"/>
                </a:lnTo>
                <a:lnTo>
                  <a:pt x="466725" y="1898650"/>
                </a:lnTo>
                <a:close/>
                <a:moveTo>
                  <a:pt x="6769101" y="1639887"/>
                </a:moveTo>
                <a:lnTo>
                  <a:pt x="6827839" y="1733550"/>
                </a:lnTo>
                <a:lnTo>
                  <a:pt x="6175375" y="2157412"/>
                </a:lnTo>
                <a:lnTo>
                  <a:pt x="6116639" y="2068512"/>
                </a:lnTo>
                <a:close/>
                <a:moveTo>
                  <a:pt x="622301" y="1639887"/>
                </a:moveTo>
                <a:lnTo>
                  <a:pt x="1276351" y="2068512"/>
                </a:lnTo>
                <a:lnTo>
                  <a:pt x="1216026" y="2157412"/>
                </a:lnTo>
                <a:lnTo>
                  <a:pt x="563563" y="1733550"/>
                </a:lnTo>
                <a:close/>
                <a:moveTo>
                  <a:pt x="6659563" y="1482725"/>
                </a:moveTo>
                <a:lnTo>
                  <a:pt x="6723063" y="1571625"/>
                </a:lnTo>
                <a:lnTo>
                  <a:pt x="6091238" y="2030413"/>
                </a:lnTo>
                <a:lnTo>
                  <a:pt x="6027738" y="1944688"/>
                </a:lnTo>
                <a:close/>
                <a:moveTo>
                  <a:pt x="733425" y="1482725"/>
                </a:moveTo>
                <a:lnTo>
                  <a:pt x="1365250" y="1944688"/>
                </a:lnTo>
                <a:lnTo>
                  <a:pt x="1301750" y="2030413"/>
                </a:lnTo>
                <a:lnTo>
                  <a:pt x="669925" y="1571625"/>
                </a:lnTo>
                <a:close/>
                <a:moveTo>
                  <a:pt x="6535739" y="1328737"/>
                </a:moveTo>
                <a:lnTo>
                  <a:pt x="6604001" y="1414462"/>
                </a:lnTo>
                <a:lnTo>
                  <a:pt x="5997576" y="1906587"/>
                </a:lnTo>
                <a:lnTo>
                  <a:pt x="5929313" y="1822450"/>
                </a:lnTo>
                <a:close/>
                <a:moveTo>
                  <a:pt x="855663" y="1328737"/>
                </a:moveTo>
                <a:lnTo>
                  <a:pt x="1462088" y="1822450"/>
                </a:lnTo>
                <a:lnTo>
                  <a:pt x="1393825" y="1906587"/>
                </a:lnTo>
                <a:lnTo>
                  <a:pt x="788988" y="1414462"/>
                </a:lnTo>
                <a:close/>
                <a:moveTo>
                  <a:pt x="6408739" y="1184275"/>
                </a:moveTo>
                <a:lnTo>
                  <a:pt x="6481763" y="1265238"/>
                </a:lnTo>
                <a:lnTo>
                  <a:pt x="5900738" y="1787525"/>
                </a:lnTo>
                <a:lnTo>
                  <a:pt x="5827713" y="1706562"/>
                </a:lnTo>
                <a:close/>
                <a:moveTo>
                  <a:pt x="982663" y="1184275"/>
                </a:moveTo>
                <a:lnTo>
                  <a:pt x="1563688" y="1706562"/>
                </a:lnTo>
                <a:lnTo>
                  <a:pt x="1492250" y="1787525"/>
                </a:lnTo>
                <a:lnTo>
                  <a:pt x="911225" y="1265238"/>
                </a:lnTo>
                <a:close/>
                <a:moveTo>
                  <a:pt x="6273801" y="1044575"/>
                </a:moveTo>
                <a:lnTo>
                  <a:pt x="6350001" y="1120775"/>
                </a:lnTo>
                <a:lnTo>
                  <a:pt x="5799138" y="1677988"/>
                </a:lnTo>
                <a:lnTo>
                  <a:pt x="5722938" y="1601788"/>
                </a:lnTo>
                <a:close/>
                <a:moveTo>
                  <a:pt x="1119188" y="1044575"/>
                </a:moveTo>
                <a:lnTo>
                  <a:pt x="1670051" y="1601788"/>
                </a:lnTo>
                <a:lnTo>
                  <a:pt x="1593851" y="1677988"/>
                </a:lnTo>
                <a:lnTo>
                  <a:pt x="1042988" y="1120775"/>
                </a:lnTo>
                <a:close/>
                <a:moveTo>
                  <a:pt x="6134099" y="912812"/>
                </a:moveTo>
                <a:lnTo>
                  <a:pt x="6213475" y="985837"/>
                </a:lnTo>
                <a:lnTo>
                  <a:pt x="5688013" y="1566862"/>
                </a:lnTo>
                <a:lnTo>
                  <a:pt x="5607050" y="1495424"/>
                </a:lnTo>
                <a:close/>
                <a:moveTo>
                  <a:pt x="1258887" y="912812"/>
                </a:moveTo>
                <a:lnTo>
                  <a:pt x="1784350" y="1495424"/>
                </a:lnTo>
                <a:lnTo>
                  <a:pt x="1703387" y="1566862"/>
                </a:lnTo>
                <a:lnTo>
                  <a:pt x="1177925" y="985837"/>
                </a:lnTo>
                <a:close/>
                <a:moveTo>
                  <a:pt x="5980113" y="788987"/>
                </a:moveTo>
                <a:lnTo>
                  <a:pt x="6065838" y="857250"/>
                </a:lnTo>
                <a:lnTo>
                  <a:pt x="5573713" y="1470025"/>
                </a:lnTo>
                <a:lnTo>
                  <a:pt x="5489575" y="1397000"/>
                </a:lnTo>
                <a:close/>
                <a:moveTo>
                  <a:pt x="1411288" y="788987"/>
                </a:moveTo>
                <a:lnTo>
                  <a:pt x="1903413" y="1397000"/>
                </a:lnTo>
                <a:lnTo>
                  <a:pt x="1817688" y="1470025"/>
                </a:lnTo>
                <a:lnTo>
                  <a:pt x="1327150" y="857250"/>
                </a:lnTo>
                <a:close/>
                <a:moveTo>
                  <a:pt x="5827713" y="674687"/>
                </a:moveTo>
                <a:lnTo>
                  <a:pt x="5913438" y="738187"/>
                </a:lnTo>
                <a:lnTo>
                  <a:pt x="5454650" y="1371600"/>
                </a:lnTo>
                <a:lnTo>
                  <a:pt x="5365750" y="1308100"/>
                </a:lnTo>
                <a:close/>
                <a:moveTo>
                  <a:pt x="1563687" y="674687"/>
                </a:moveTo>
                <a:lnTo>
                  <a:pt x="2025650" y="1308100"/>
                </a:lnTo>
                <a:lnTo>
                  <a:pt x="1936750" y="1371600"/>
                </a:lnTo>
                <a:lnTo>
                  <a:pt x="1479550" y="738187"/>
                </a:lnTo>
                <a:close/>
                <a:moveTo>
                  <a:pt x="5667375" y="568325"/>
                </a:moveTo>
                <a:lnTo>
                  <a:pt x="5756275" y="623888"/>
                </a:lnTo>
                <a:lnTo>
                  <a:pt x="5332413" y="1282700"/>
                </a:lnTo>
                <a:lnTo>
                  <a:pt x="5238750" y="1222375"/>
                </a:lnTo>
                <a:close/>
                <a:moveTo>
                  <a:pt x="1725613" y="568325"/>
                </a:moveTo>
                <a:lnTo>
                  <a:pt x="2152651" y="1222375"/>
                </a:lnTo>
                <a:lnTo>
                  <a:pt x="2060576" y="1282700"/>
                </a:lnTo>
                <a:lnTo>
                  <a:pt x="1636713" y="623888"/>
                </a:lnTo>
                <a:close/>
                <a:moveTo>
                  <a:pt x="5497513" y="466725"/>
                </a:moveTo>
                <a:lnTo>
                  <a:pt x="5594351" y="522288"/>
                </a:lnTo>
                <a:lnTo>
                  <a:pt x="5200651" y="1201738"/>
                </a:lnTo>
                <a:lnTo>
                  <a:pt x="5106988" y="1146175"/>
                </a:lnTo>
                <a:close/>
                <a:moveTo>
                  <a:pt x="1893888" y="466725"/>
                </a:moveTo>
                <a:lnTo>
                  <a:pt x="2284413" y="1146175"/>
                </a:lnTo>
                <a:lnTo>
                  <a:pt x="2190750" y="1201738"/>
                </a:lnTo>
                <a:lnTo>
                  <a:pt x="1797050" y="522288"/>
                </a:lnTo>
                <a:close/>
                <a:moveTo>
                  <a:pt x="5327650" y="377825"/>
                </a:moveTo>
                <a:lnTo>
                  <a:pt x="5426075" y="428625"/>
                </a:lnTo>
                <a:lnTo>
                  <a:pt x="5068887" y="1125538"/>
                </a:lnTo>
                <a:lnTo>
                  <a:pt x="4972050" y="1074738"/>
                </a:lnTo>
                <a:close/>
                <a:moveTo>
                  <a:pt x="2063751" y="377825"/>
                </a:moveTo>
                <a:lnTo>
                  <a:pt x="2420938" y="1074738"/>
                </a:lnTo>
                <a:lnTo>
                  <a:pt x="2322513" y="1125538"/>
                </a:lnTo>
                <a:lnTo>
                  <a:pt x="1966913" y="428625"/>
                </a:lnTo>
                <a:close/>
                <a:moveTo>
                  <a:pt x="5149850" y="296862"/>
                </a:moveTo>
                <a:lnTo>
                  <a:pt x="5251450" y="339725"/>
                </a:lnTo>
                <a:lnTo>
                  <a:pt x="4933950" y="1057275"/>
                </a:lnTo>
                <a:lnTo>
                  <a:pt x="4832350" y="1011238"/>
                </a:lnTo>
                <a:close/>
                <a:moveTo>
                  <a:pt x="2241550" y="296862"/>
                </a:moveTo>
                <a:lnTo>
                  <a:pt x="2560638" y="1011238"/>
                </a:lnTo>
                <a:lnTo>
                  <a:pt x="2459038" y="1057275"/>
                </a:lnTo>
                <a:lnTo>
                  <a:pt x="2139950" y="339725"/>
                </a:lnTo>
                <a:close/>
                <a:moveTo>
                  <a:pt x="4972050" y="225425"/>
                </a:moveTo>
                <a:lnTo>
                  <a:pt x="5073650" y="263525"/>
                </a:lnTo>
                <a:lnTo>
                  <a:pt x="4794250" y="993775"/>
                </a:lnTo>
                <a:lnTo>
                  <a:pt x="4692650" y="955675"/>
                </a:lnTo>
                <a:close/>
                <a:moveTo>
                  <a:pt x="2420938" y="225425"/>
                </a:moveTo>
                <a:lnTo>
                  <a:pt x="2700338" y="955675"/>
                </a:lnTo>
                <a:lnTo>
                  <a:pt x="2598738" y="993775"/>
                </a:lnTo>
                <a:lnTo>
                  <a:pt x="2317750" y="263525"/>
                </a:lnTo>
                <a:close/>
                <a:moveTo>
                  <a:pt x="4789488" y="160337"/>
                </a:moveTo>
                <a:lnTo>
                  <a:pt x="4891088" y="195262"/>
                </a:lnTo>
                <a:lnTo>
                  <a:pt x="4649788" y="942975"/>
                </a:lnTo>
                <a:lnTo>
                  <a:pt x="4548188" y="908050"/>
                </a:lnTo>
                <a:close/>
                <a:moveTo>
                  <a:pt x="2601913" y="160337"/>
                </a:moveTo>
                <a:lnTo>
                  <a:pt x="2844801" y="908050"/>
                </a:lnTo>
                <a:lnTo>
                  <a:pt x="2741613" y="942975"/>
                </a:lnTo>
                <a:lnTo>
                  <a:pt x="2500313" y="195262"/>
                </a:lnTo>
                <a:close/>
                <a:moveTo>
                  <a:pt x="4603751" y="109537"/>
                </a:moveTo>
                <a:lnTo>
                  <a:pt x="4705351" y="139700"/>
                </a:lnTo>
                <a:lnTo>
                  <a:pt x="4505326" y="895350"/>
                </a:lnTo>
                <a:lnTo>
                  <a:pt x="4398963" y="866775"/>
                </a:lnTo>
                <a:close/>
                <a:moveTo>
                  <a:pt x="2789238" y="109537"/>
                </a:moveTo>
                <a:lnTo>
                  <a:pt x="2992438" y="866775"/>
                </a:lnTo>
                <a:lnTo>
                  <a:pt x="2886075" y="895350"/>
                </a:lnTo>
                <a:lnTo>
                  <a:pt x="2687638" y="139700"/>
                </a:lnTo>
                <a:close/>
                <a:moveTo>
                  <a:pt x="4411663" y="68262"/>
                </a:moveTo>
                <a:lnTo>
                  <a:pt x="4518025" y="88900"/>
                </a:lnTo>
                <a:lnTo>
                  <a:pt x="4357687" y="857250"/>
                </a:lnTo>
                <a:lnTo>
                  <a:pt x="4251325" y="831850"/>
                </a:lnTo>
                <a:close/>
                <a:moveTo>
                  <a:pt x="2979737" y="68262"/>
                </a:moveTo>
                <a:lnTo>
                  <a:pt x="3140075" y="831850"/>
                </a:lnTo>
                <a:lnTo>
                  <a:pt x="3035300" y="857250"/>
                </a:lnTo>
                <a:lnTo>
                  <a:pt x="2873375" y="88900"/>
                </a:lnTo>
                <a:close/>
                <a:moveTo>
                  <a:pt x="4221163" y="33337"/>
                </a:moveTo>
                <a:lnTo>
                  <a:pt x="4327525" y="50800"/>
                </a:lnTo>
                <a:lnTo>
                  <a:pt x="4205287" y="823912"/>
                </a:lnTo>
                <a:lnTo>
                  <a:pt x="4098925" y="806450"/>
                </a:lnTo>
                <a:close/>
                <a:moveTo>
                  <a:pt x="3170238" y="33337"/>
                </a:moveTo>
                <a:lnTo>
                  <a:pt x="3294063" y="806450"/>
                </a:lnTo>
                <a:lnTo>
                  <a:pt x="3187700" y="823912"/>
                </a:lnTo>
                <a:lnTo>
                  <a:pt x="3063875" y="50800"/>
                </a:lnTo>
                <a:close/>
                <a:moveTo>
                  <a:pt x="4030663" y="12700"/>
                </a:moveTo>
                <a:lnTo>
                  <a:pt x="4137025" y="25400"/>
                </a:lnTo>
                <a:lnTo>
                  <a:pt x="4056063" y="803275"/>
                </a:lnTo>
                <a:lnTo>
                  <a:pt x="3946525" y="788988"/>
                </a:lnTo>
                <a:close/>
                <a:moveTo>
                  <a:pt x="3360738" y="12700"/>
                </a:moveTo>
                <a:lnTo>
                  <a:pt x="3446463" y="788988"/>
                </a:lnTo>
                <a:lnTo>
                  <a:pt x="3335338" y="803275"/>
                </a:lnTo>
                <a:lnTo>
                  <a:pt x="3255963" y="25400"/>
                </a:lnTo>
                <a:close/>
                <a:moveTo>
                  <a:pt x="3835400" y="0"/>
                </a:moveTo>
                <a:lnTo>
                  <a:pt x="3941763" y="7938"/>
                </a:lnTo>
                <a:lnTo>
                  <a:pt x="3903663" y="788988"/>
                </a:lnTo>
                <a:lnTo>
                  <a:pt x="3794125" y="781050"/>
                </a:lnTo>
                <a:close/>
                <a:moveTo>
                  <a:pt x="3641725" y="0"/>
                </a:moveTo>
                <a:lnTo>
                  <a:pt x="3751263" y="0"/>
                </a:lnTo>
                <a:lnTo>
                  <a:pt x="3751263" y="781050"/>
                </a:lnTo>
                <a:lnTo>
                  <a:pt x="3641725" y="781050"/>
                </a:lnTo>
                <a:close/>
                <a:moveTo>
                  <a:pt x="3556001" y="0"/>
                </a:moveTo>
                <a:lnTo>
                  <a:pt x="3598863" y="781050"/>
                </a:lnTo>
                <a:lnTo>
                  <a:pt x="3487738" y="788988"/>
                </a:lnTo>
                <a:lnTo>
                  <a:pt x="3449638" y="7938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vert="horz" wrap="square" lIns="34286" tIns="17143" rIns="34286" bIns="17143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675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7D1887-62C0-330F-9D75-13A43F6E809B}"/>
              </a:ext>
            </a:extLst>
          </p:cNvPr>
          <p:cNvSpPr txBox="1"/>
          <p:nvPr/>
        </p:nvSpPr>
        <p:spPr>
          <a:xfrm>
            <a:off x="3472047" y="2855640"/>
            <a:ext cx="428583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566BDB-3233-A4DB-2D8B-1F095D9E88F5}"/>
              </a:ext>
            </a:extLst>
          </p:cNvPr>
          <p:cNvSpPr txBox="1"/>
          <p:nvPr/>
        </p:nvSpPr>
        <p:spPr>
          <a:xfrm>
            <a:off x="5001661" y="2806535"/>
            <a:ext cx="416527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100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7C69DB2-7156-3589-BDE7-308BA916C47C}"/>
              </a:ext>
            </a:extLst>
          </p:cNvPr>
          <p:cNvSpPr/>
          <p:nvPr/>
        </p:nvSpPr>
        <p:spPr>
          <a:xfrm>
            <a:off x="4213484" y="2431129"/>
            <a:ext cx="660563" cy="660563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202654" dist="38100" dir="5400000" algn="t" rotWithShape="0">
              <a:schemeClr val="accent4">
                <a:lumMod val="20000"/>
                <a:lumOff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9E53A7-C000-5001-E8F6-7A647557FC08}"/>
              </a:ext>
            </a:extLst>
          </p:cNvPr>
          <p:cNvSpPr txBox="1"/>
          <p:nvPr/>
        </p:nvSpPr>
        <p:spPr>
          <a:xfrm>
            <a:off x="4213484" y="2613986"/>
            <a:ext cx="7088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4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96%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06EC530-DDC5-72A2-89F5-6BC425A19090}"/>
              </a:ext>
            </a:extLst>
          </p:cNvPr>
          <p:cNvSpPr/>
          <p:nvPr/>
        </p:nvSpPr>
        <p:spPr>
          <a:xfrm>
            <a:off x="6820608" y="2431129"/>
            <a:ext cx="660563" cy="660563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202654" dist="38100" dir="5400000" algn="t" rotWithShape="0">
              <a:schemeClr val="accent6">
                <a:lumMod val="20000"/>
                <a:lumOff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7A3AF6C-A879-D3F4-B03A-B27D3E4F8AA8}"/>
              </a:ext>
            </a:extLst>
          </p:cNvPr>
          <p:cNvSpPr txBox="1"/>
          <p:nvPr/>
        </p:nvSpPr>
        <p:spPr>
          <a:xfrm>
            <a:off x="6820608" y="2600429"/>
            <a:ext cx="6865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accent6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151</a:t>
            </a:r>
            <a:r>
              <a:rPr lang="en-US" sz="1500" dirty="0">
                <a:solidFill>
                  <a:schemeClr val="accent6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%</a:t>
            </a:r>
          </a:p>
        </p:txBody>
      </p:sp>
      <p:sp>
        <p:nvSpPr>
          <p:cNvPr id="19" name="Rounded Rectangle 27">
            <a:extLst>
              <a:ext uri="{FF2B5EF4-FFF2-40B4-BE49-F238E27FC236}">
                <a16:creationId xmlns:a16="http://schemas.microsoft.com/office/drawing/2014/main" id="{81FB48E2-E320-61E3-6FF9-F0EE627ABDFF}"/>
              </a:ext>
            </a:extLst>
          </p:cNvPr>
          <p:cNvSpPr/>
          <p:nvPr/>
        </p:nvSpPr>
        <p:spPr>
          <a:xfrm>
            <a:off x="763969" y="1322570"/>
            <a:ext cx="2342570" cy="2387116"/>
          </a:xfrm>
          <a:prstGeom prst="roundRect">
            <a:avLst>
              <a:gd name="adj" fmla="val 3973"/>
            </a:avLst>
          </a:prstGeom>
          <a:noFill/>
          <a:ln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8" name="AutoShape 12">
            <a:extLst>
              <a:ext uri="{FF2B5EF4-FFF2-40B4-BE49-F238E27FC236}">
                <a16:creationId xmlns:a16="http://schemas.microsoft.com/office/drawing/2014/main" id="{618611D7-13E0-DE4C-4EE9-ACD244E7182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88929" y="1973848"/>
            <a:ext cx="1802618" cy="949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86" tIns="17143" rIns="34286" bIns="17143" numCol="1" anchor="t" anchorCtr="0" compatLnSpc="1">
            <a:prstTxWarp prst="textNoShape">
              <a:avLst/>
            </a:prstTxWarp>
          </a:bodyPr>
          <a:lstStyle/>
          <a:p>
            <a:endParaRPr lang="en-US" sz="675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4" name="Freeform 86">
            <a:extLst>
              <a:ext uri="{FF2B5EF4-FFF2-40B4-BE49-F238E27FC236}">
                <a16:creationId xmlns:a16="http://schemas.microsoft.com/office/drawing/2014/main" id="{AB27B322-98ED-43B9-CB2D-F086CE72F4CE}"/>
              </a:ext>
            </a:extLst>
          </p:cNvPr>
          <p:cNvSpPr/>
          <p:nvPr/>
        </p:nvSpPr>
        <p:spPr>
          <a:xfrm>
            <a:off x="863663" y="1706186"/>
            <a:ext cx="2143181" cy="2475509"/>
          </a:xfrm>
          <a:custGeom>
            <a:avLst/>
            <a:gdLst>
              <a:gd name="connsiteX0" fmla="*/ 2983855 w 6019800"/>
              <a:gd name="connsiteY0" fmla="*/ 487147 h 6953250"/>
              <a:gd name="connsiteX1" fmla="*/ 1220843 w 6019800"/>
              <a:gd name="connsiteY1" fmla="*/ 1219004 h 6953250"/>
              <a:gd name="connsiteX2" fmla="*/ 490491 w 6019800"/>
              <a:gd name="connsiteY2" fmla="*/ 2985648 h 6953250"/>
              <a:gd name="connsiteX3" fmla="*/ 618905 w 6019800"/>
              <a:gd name="connsiteY3" fmla="*/ 3114326 h 6953250"/>
              <a:gd name="connsiteX4" fmla="*/ 747318 w 6019800"/>
              <a:gd name="connsiteY4" fmla="*/ 2985648 h 6953250"/>
              <a:gd name="connsiteX5" fmla="*/ 2983855 w 6019800"/>
              <a:gd name="connsiteY5" fmla="*/ 744504 h 6953250"/>
              <a:gd name="connsiteX6" fmla="*/ 5220392 w 6019800"/>
              <a:gd name="connsiteY6" fmla="*/ 2985648 h 6953250"/>
              <a:gd name="connsiteX7" fmla="*/ 5348806 w 6019800"/>
              <a:gd name="connsiteY7" fmla="*/ 3114326 h 6953250"/>
              <a:gd name="connsiteX8" fmla="*/ 5477219 w 6019800"/>
              <a:gd name="connsiteY8" fmla="*/ 2985648 h 6953250"/>
              <a:gd name="connsiteX9" fmla="*/ 4746867 w 6019800"/>
              <a:gd name="connsiteY9" fmla="*/ 1219004 h 6953250"/>
              <a:gd name="connsiteX10" fmla="*/ 2983855 w 6019800"/>
              <a:gd name="connsiteY10" fmla="*/ 487147 h 6953250"/>
              <a:gd name="connsiteX11" fmla="*/ 0 w 6019800"/>
              <a:gd name="connsiteY11" fmla="*/ 0 h 6953250"/>
              <a:gd name="connsiteX12" fmla="*/ 6019800 w 6019800"/>
              <a:gd name="connsiteY12" fmla="*/ 0 h 6953250"/>
              <a:gd name="connsiteX13" fmla="*/ 6019800 w 6019800"/>
              <a:gd name="connsiteY13" fmla="*/ 6953250 h 6953250"/>
              <a:gd name="connsiteX14" fmla="*/ 0 w 6019800"/>
              <a:gd name="connsiteY14" fmla="*/ 6953250 h 695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19800" h="6953250">
                <a:moveTo>
                  <a:pt x="2983855" y="487147"/>
                </a:moveTo>
                <a:cubicBezTo>
                  <a:pt x="2317710" y="487147"/>
                  <a:pt x="1691693" y="747184"/>
                  <a:pt x="1220843" y="1219004"/>
                </a:cubicBezTo>
                <a:cubicBezTo>
                  <a:pt x="749994" y="1690824"/>
                  <a:pt x="490491" y="2318130"/>
                  <a:pt x="490491" y="2985648"/>
                </a:cubicBezTo>
                <a:cubicBezTo>
                  <a:pt x="490491" y="3058029"/>
                  <a:pt x="546672" y="3114326"/>
                  <a:pt x="618905" y="3114326"/>
                </a:cubicBezTo>
                <a:cubicBezTo>
                  <a:pt x="691137" y="3114326"/>
                  <a:pt x="747318" y="3058029"/>
                  <a:pt x="747318" y="2985648"/>
                </a:cubicBezTo>
                <a:cubicBezTo>
                  <a:pt x="747318" y="1749802"/>
                  <a:pt x="1750550" y="744504"/>
                  <a:pt x="2983855" y="744504"/>
                </a:cubicBezTo>
                <a:cubicBezTo>
                  <a:pt x="4217161" y="744504"/>
                  <a:pt x="5220392" y="1749802"/>
                  <a:pt x="5220392" y="2985648"/>
                </a:cubicBezTo>
                <a:cubicBezTo>
                  <a:pt x="5220392" y="3058029"/>
                  <a:pt x="5276573" y="3114326"/>
                  <a:pt x="5348806" y="3114326"/>
                </a:cubicBezTo>
                <a:cubicBezTo>
                  <a:pt x="5421038" y="3114326"/>
                  <a:pt x="5477219" y="3058029"/>
                  <a:pt x="5477219" y="2985648"/>
                </a:cubicBezTo>
                <a:cubicBezTo>
                  <a:pt x="5477219" y="2318130"/>
                  <a:pt x="5217717" y="1690824"/>
                  <a:pt x="4746867" y="1219004"/>
                </a:cubicBezTo>
                <a:cubicBezTo>
                  <a:pt x="4276017" y="747184"/>
                  <a:pt x="3650001" y="487147"/>
                  <a:pt x="2983855" y="487147"/>
                </a:cubicBezTo>
                <a:close/>
                <a:moveTo>
                  <a:pt x="0" y="0"/>
                </a:moveTo>
                <a:lnTo>
                  <a:pt x="6019800" y="0"/>
                </a:lnTo>
                <a:lnTo>
                  <a:pt x="6019800" y="6953250"/>
                </a:lnTo>
                <a:lnTo>
                  <a:pt x="0" y="695325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Freeform 90">
            <a:extLst>
              <a:ext uri="{FF2B5EF4-FFF2-40B4-BE49-F238E27FC236}">
                <a16:creationId xmlns:a16="http://schemas.microsoft.com/office/drawing/2014/main" id="{EA9C45D8-3D1F-C3C4-DB38-6D2017DF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757" y="2006649"/>
            <a:ext cx="1528409" cy="745661"/>
          </a:xfrm>
          <a:custGeom>
            <a:avLst/>
            <a:gdLst>
              <a:gd name="connsiteX0" fmla="*/ 7388225 w 7392987"/>
              <a:gd name="connsiteY0" fmla="*/ 3457575 h 3606800"/>
              <a:gd name="connsiteX1" fmla="*/ 7392987 w 7392987"/>
              <a:gd name="connsiteY1" fmla="*/ 3568700 h 3606800"/>
              <a:gd name="connsiteX2" fmla="*/ 6611939 w 7392987"/>
              <a:gd name="connsiteY2" fmla="*/ 3606800 h 3606800"/>
              <a:gd name="connsiteX3" fmla="*/ 6608763 w 7392987"/>
              <a:gd name="connsiteY3" fmla="*/ 3500438 h 3606800"/>
              <a:gd name="connsiteX4" fmla="*/ 4763 w 7392987"/>
              <a:gd name="connsiteY4" fmla="*/ 3457575 h 3606800"/>
              <a:gd name="connsiteX5" fmla="*/ 784225 w 7392987"/>
              <a:gd name="connsiteY5" fmla="*/ 3500438 h 3606800"/>
              <a:gd name="connsiteX6" fmla="*/ 779463 w 7392987"/>
              <a:gd name="connsiteY6" fmla="*/ 3606800 h 3606800"/>
              <a:gd name="connsiteX7" fmla="*/ 0 w 7392987"/>
              <a:gd name="connsiteY7" fmla="*/ 3568700 h 3606800"/>
              <a:gd name="connsiteX8" fmla="*/ 7370763 w 7392987"/>
              <a:gd name="connsiteY8" fmla="*/ 3267075 h 3606800"/>
              <a:gd name="connsiteX9" fmla="*/ 7383463 w 7392987"/>
              <a:gd name="connsiteY9" fmla="*/ 3371850 h 3606800"/>
              <a:gd name="connsiteX10" fmla="*/ 6604001 w 7392987"/>
              <a:gd name="connsiteY10" fmla="*/ 3452813 h 3606800"/>
              <a:gd name="connsiteX11" fmla="*/ 6596063 w 7392987"/>
              <a:gd name="connsiteY11" fmla="*/ 3346450 h 3606800"/>
              <a:gd name="connsiteX12" fmla="*/ 20638 w 7392987"/>
              <a:gd name="connsiteY12" fmla="*/ 3267075 h 3606800"/>
              <a:gd name="connsiteX13" fmla="*/ 796926 w 7392987"/>
              <a:gd name="connsiteY13" fmla="*/ 3346450 h 3606800"/>
              <a:gd name="connsiteX14" fmla="*/ 788989 w 7392987"/>
              <a:gd name="connsiteY14" fmla="*/ 3452813 h 3606800"/>
              <a:gd name="connsiteX15" fmla="*/ 7938 w 7392987"/>
              <a:gd name="connsiteY15" fmla="*/ 3371850 h 3606800"/>
              <a:gd name="connsiteX16" fmla="*/ 7342187 w 7392987"/>
              <a:gd name="connsiteY16" fmla="*/ 3070225 h 3606800"/>
              <a:gd name="connsiteX17" fmla="*/ 7358063 w 7392987"/>
              <a:gd name="connsiteY17" fmla="*/ 3181350 h 3606800"/>
              <a:gd name="connsiteX18" fmla="*/ 6586539 w 7392987"/>
              <a:gd name="connsiteY18" fmla="*/ 3305175 h 3606800"/>
              <a:gd name="connsiteX19" fmla="*/ 6570663 w 7392987"/>
              <a:gd name="connsiteY19" fmla="*/ 3194050 h 3606800"/>
              <a:gd name="connsiteX20" fmla="*/ 50801 w 7392987"/>
              <a:gd name="connsiteY20" fmla="*/ 3070225 h 3606800"/>
              <a:gd name="connsiteX21" fmla="*/ 822326 w 7392987"/>
              <a:gd name="connsiteY21" fmla="*/ 3194050 h 3606800"/>
              <a:gd name="connsiteX22" fmla="*/ 804863 w 7392987"/>
              <a:gd name="connsiteY22" fmla="*/ 3305175 h 3606800"/>
              <a:gd name="connsiteX23" fmla="*/ 33338 w 7392987"/>
              <a:gd name="connsiteY23" fmla="*/ 3181350 h 3606800"/>
              <a:gd name="connsiteX24" fmla="*/ 7304087 w 7392987"/>
              <a:gd name="connsiteY24" fmla="*/ 2884487 h 3606800"/>
              <a:gd name="connsiteX25" fmla="*/ 7329487 w 7392987"/>
              <a:gd name="connsiteY25" fmla="*/ 2990850 h 3606800"/>
              <a:gd name="connsiteX26" fmla="*/ 6561137 w 7392987"/>
              <a:gd name="connsiteY26" fmla="*/ 3151187 h 3606800"/>
              <a:gd name="connsiteX27" fmla="*/ 6540499 w 7392987"/>
              <a:gd name="connsiteY27" fmla="*/ 3044824 h 3606800"/>
              <a:gd name="connsiteX28" fmla="*/ 88900 w 7392987"/>
              <a:gd name="connsiteY28" fmla="*/ 2884487 h 3606800"/>
              <a:gd name="connsiteX29" fmla="*/ 852488 w 7392987"/>
              <a:gd name="connsiteY29" fmla="*/ 3044824 h 3606800"/>
              <a:gd name="connsiteX30" fmla="*/ 830263 w 7392987"/>
              <a:gd name="connsiteY30" fmla="*/ 3151187 h 3606800"/>
              <a:gd name="connsiteX31" fmla="*/ 63500 w 7392987"/>
              <a:gd name="connsiteY31" fmla="*/ 2990850 h 3606800"/>
              <a:gd name="connsiteX32" fmla="*/ 7256463 w 7392987"/>
              <a:gd name="connsiteY32" fmla="*/ 2692400 h 3606800"/>
              <a:gd name="connsiteX33" fmla="*/ 7286625 w 7392987"/>
              <a:gd name="connsiteY33" fmla="*/ 2798762 h 3606800"/>
              <a:gd name="connsiteX34" fmla="*/ 6527799 w 7392987"/>
              <a:gd name="connsiteY34" fmla="*/ 3003550 h 3606800"/>
              <a:gd name="connsiteX35" fmla="*/ 6502399 w 7392987"/>
              <a:gd name="connsiteY35" fmla="*/ 2897188 h 3606800"/>
              <a:gd name="connsiteX36" fmla="*/ 134938 w 7392987"/>
              <a:gd name="connsiteY36" fmla="*/ 2692400 h 3606800"/>
              <a:gd name="connsiteX37" fmla="*/ 890588 w 7392987"/>
              <a:gd name="connsiteY37" fmla="*/ 2897188 h 3606800"/>
              <a:gd name="connsiteX38" fmla="*/ 865188 w 7392987"/>
              <a:gd name="connsiteY38" fmla="*/ 3003550 h 3606800"/>
              <a:gd name="connsiteX39" fmla="*/ 106363 w 7392987"/>
              <a:gd name="connsiteY39" fmla="*/ 2798762 h 3606800"/>
              <a:gd name="connsiteX40" fmla="*/ 7197725 w 7392987"/>
              <a:gd name="connsiteY40" fmla="*/ 2509837 h 3606800"/>
              <a:gd name="connsiteX41" fmla="*/ 7231063 w 7392987"/>
              <a:gd name="connsiteY41" fmla="*/ 2611437 h 3606800"/>
              <a:gd name="connsiteX42" fmla="*/ 6489701 w 7392987"/>
              <a:gd name="connsiteY42" fmla="*/ 2854325 h 3606800"/>
              <a:gd name="connsiteX43" fmla="*/ 6454775 w 7392987"/>
              <a:gd name="connsiteY43" fmla="*/ 2752725 h 3606800"/>
              <a:gd name="connsiteX44" fmla="*/ 195263 w 7392987"/>
              <a:gd name="connsiteY44" fmla="*/ 2509837 h 3606800"/>
              <a:gd name="connsiteX45" fmla="*/ 936626 w 7392987"/>
              <a:gd name="connsiteY45" fmla="*/ 2752725 h 3606800"/>
              <a:gd name="connsiteX46" fmla="*/ 903289 w 7392987"/>
              <a:gd name="connsiteY46" fmla="*/ 2854325 h 3606800"/>
              <a:gd name="connsiteX47" fmla="*/ 160338 w 7392987"/>
              <a:gd name="connsiteY47" fmla="*/ 2611437 h 3606800"/>
              <a:gd name="connsiteX48" fmla="*/ 7129463 w 7392987"/>
              <a:gd name="connsiteY48" fmla="*/ 2327275 h 3606800"/>
              <a:gd name="connsiteX49" fmla="*/ 7172325 w 7392987"/>
              <a:gd name="connsiteY49" fmla="*/ 2428875 h 3606800"/>
              <a:gd name="connsiteX50" fmla="*/ 6438899 w 7392987"/>
              <a:gd name="connsiteY50" fmla="*/ 2709863 h 3606800"/>
              <a:gd name="connsiteX51" fmla="*/ 6400799 w 7392987"/>
              <a:gd name="connsiteY51" fmla="*/ 2608263 h 3606800"/>
              <a:gd name="connsiteX52" fmla="*/ 261938 w 7392987"/>
              <a:gd name="connsiteY52" fmla="*/ 2327275 h 3606800"/>
              <a:gd name="connsiteX53" fmla="*/ 992188 w 7392987"/>
              <a:gd name="connsiteY53" fmla="*/ 2608263 h 3606800"/>
              <a:gd name="connsiteX54" fmla="*/ 954088 w 7392987"/>
              <a:gd name="connsiteY54" fmla="*/ 2709863 h 3606800"/>
              <a:gd name="connsiteX55" fmla="*/ 220663 w 7392987"/>
              <a:gd name="connsiteY55" fmla="*/ 2428875 h 3606800"/>
              <a:gd name="connsiteX56" fmla="*/ 7053263 w 7392987"/>
              <a:gd name="connsiteY56" fmla="*/ 2149475 h 3606800"/>
              <a:gd name="connsiteX57" fmla="*/ 7099299 w 7392987"/>
              <a:gd name="connsiteY57" fmla="*/ 2246312 h 3606800"/>
              <a:gd name="connsiteX58" fmla="*/ 6383337 w 7392987"/>
              <a:gd name="connsiteY58" fmla="*/ 2565400 h 3606800"/>
              <a:gd name="connsiteX59" fmla="*/ 6340475 w 7392987"/>
              <a:gd name="connsiteY59" fmla="*/ 2468562 h 3606800"/>
              <a:gd name="connsiteX60" fmla="*/ 338137 w 7392987"/>
              <a:gd name="connsiteY60" fmla="*/ 2149475 h 3606800"/>
              <a:gd name="connsiteX61" fmla="*/ 1050925 w 7392987"/>
              <a:gd name="connsiteY61" fmla="*/ 2468562 h 3606800"/>
              <a:gd name="connsiteX62" fmla="*/ 1008063 w 7392987"/>
              <a:gd name="connsiteY62" fmla="*/ 2565400 h 3606800"/>
              <a:gd name="connsiteX63" fmla="*/ 292100 w 7392987"/>
              <a:gd name="connsiteY63" fmla="*/ 2246312 h 3606800"/>
              <a:gd name="connsiteX64" fmla="*/ 6969125 w 7392987"/>
              <a:gd name="connsiteY64" fmla="*/ 1974850 h 3606800"/>
              <a:gd name="connsiteX65" fmla="*/ 7019925 w 7392987"/>
              <a:gd name="connsiteY65" fmla="*/ 2073275 h 3606800"/>
              <a:gd name="connsiteX66" fmla="*/ 6319837 w 7392987"/>
              <a:gd name="connsiteY66" fmla="*/ 2425700 h 3606800"/>
              <a:gd name="connsiteX67" fmla="*/ 6273799 w 7392987"/>
              <a:gd name="connsiteY67" fmla="*/ 2332038 h 3606800"/>
              <a:gd name="connsiteX68" fmla="*/ 423863 w 7392987"/>
              <a:gd name="connsiteY68" fmla="*/ 1974850 h 3606800"/>
              <a:gd name="connsiteX69" fmla="*/ 1119188 w 7392987"/>
              <a:gd name="connsiteY69" fmla="*/ 2332038 h 3606800"/>
              <a:gd name="connsiteX70" fmla="*/ 1071563 w 7392987"/>
              <a:gd name="connsiteY70" fmla="*/ 2425700 h 3606800"/>
              <a:gd name="connsiteX71" fmla="*/ 373063 w 7392987"/>
              <a:gd name="connsiteY71" fmla="*/ 2073275 h 3606800"/>
              <a:gd name="connsiteX72" fmla="*/ 6875463 w 7392987"/>
              <a:gd name="connsiteY72" fmla="*/ 1804987 h 3606800"/>
              <a:gd name="connsiteX73" fmla="*/ 6926263 w 7392987"/>
              <a:gd name="connsiteY73" fmla="*/ 1898650 h 3606800"/>
              <a:gd name="connsiteX74" fmla="*/ 6251575 w 7392987"/>
              <a:gd name="connsiteY74" fmla="*/ 2289175 h 3606800"/>
              <a:gd name="connsiteX75" fmla="*/ 6197599 w 7392987"/>
              <a:gd name="connsiteY75" fmla="*/ 2195512 h 3606800"/>
              <a:gd name="connsiteX76" fmla="*/ 517525 w 7392987"/>
              <a:gd name="connsiteY76" fmla="*/ 1804987 h 3606800"/>
              <a:gd name="connsiteX77" fmla="*/ 1195388 w 7392987"/>
              <a:gd name="connsiteY77" fmla="*/ 2195512 h 3606800"/>
              <a:gd name="connsiteX78" fmla="*/ 1139825 w 7392987"/>
              <a:gd name="connsiteY78" fmla="*/ 2289175 h 3606800"/>
              <a:gd name="connsiteX79" fmla="*/ 466725 w 7392987"/>
              <a:gd name="connsiteY79" fmla="*/ 1898650 h 3606800"/>
              <a:gd name="connsiteX80" fmla="*/ 6769101 w 7392987"/>
              <a:gd name="connsiteY80" fmla="*/ 1639887 h 3606800"/>
              <a:gd name="connsiteX81" fmla="*/ 6827839 w 7392987"/>
              <a:gd name="connsiteY81" fmla="*/ 1733550 h 3606800"/>
              <a:gd name="connsiteX82" fmla="*/ 6175375 w 7392987"/>
              <a:gd name="connsiteY82" fmla="*/ 2157412 h 3606800"/>
              <a:gd name="connsiteX83" fmla="*/ 6116639 w 7392987"/>
              <a:gd name="connsiteY83" fmla="*/ 2068512 h 3606800"/>
              <a:gd name="connsiteX84" fmla="*/ 622301 w 7392987"/>
              <a:gd name="connsiteY84" fmla="*/ 1639887 h 3606800"/>
              <a:gd name="connsiteX85" fmla="*/ 1276351 w 7392987"/>
              <a:gd name="connsiteY85" fmla="*/ 2068512 h 3606800"/>
              <a:gd name="connsiteX86" fmla="*/ 1216026 w 7392987"/>
              <a:gd name="connsiteY86" fmla="*/ 2157412 h 3606800"/>
              <a:gd name="connsiteX87" fmla="*/ 563563 w 7392987"/>
              <a:gd name="connsiteY87" fmla="*/ 1733550 h 3606800"/>
              <a:gd name="connsiteX88" fmla="*/ 6659563 w 7392987"/>
              <a:gd name="connsiteY88" fmla="*/ 1482725 h 3606800"/>
              <a:gd name="connsiteX89" fmla="*/ 6723063 w 7392987"/>
              <a:gd name="connsiteY89" fmla="*/ 1571625 h 3606800"/>
              <a:gd name="connsiteX90" fmla="*/ 6091238 w 7392987"/>
              <a:gd name="connsiteY90" fmla="*/ 2030413 h 3606800"/>
              <a:gd name="connsiteX91" fmla="*/ 6027738 w 7392987"/>
              <a:gd name="connsiteY91" fmla="*/ 1944688 h 3606800"/>
              <a:gd name="connsiteX92" fmla="*/ 733425 w 7392987"/>
              <a:gd name="connsiteY92" fmla="*/ 1482725 h 3606800"/>
              <a:gd name="connsiteX93" fmla="*/ 1365250 w 7392987"/>
              <a:gd name="connsiteY93" fmla="*/ 1944688 h 3606800"/>
              <a:gd name="connsiteX94" fmla="*/ 1301750 w 7392987"/>
              <a:gd name="connsiteY94" fmla="*/ 2030413 h 3606800"/>
              <a:gd name="connsiteX95" fmla="*/ 669925 w 7392987"/>
              <a:gd name="connsiteY95" fmla="*/ 1571625 h 3606800"/>
              <a:gd name="connsiteX96" fmla="*/ 6535739 w 7392987"/>
              <a:gd name="connsiteY96" fmla="*/ 1328737 h 3606800"/>
              <a:gd name="connsiteX97" fmla="*/ 6604001 w 7392987"/>
              <a:gd name="connsiteY97" fmla="*/ 1414462 h 3606800"/>
              <a:gd name="connsiteX98" fmla="*/ 5997576 w 7392987"/>
              <a:gd name="connsiteY98" fmla="*/ 1906587 h 3606800"/>
              <a:gd name="connsiteX99" fmla="*/ 5929313 w 7392987"/>
              <a:gd name="connsiteY99" fmla="*/ 1822450 h 3606800"/>
              <a:gd name="connsiteX100" fmla="*/ 855663 w 7392987"/>
              <a:gd name="connsiteY100" fmla="*/ 1328737 h 3606800"/>
              <a:gd name="connsiteX101" fmla="*/ 1462088 w 7392987"/>
              <a:gd name="connsiteY101" fmla="*/ 1822450 h 3606800"/>
              <a:gd name="connsiteX102" fmla="*/ 1393825 w 7392987"/>
              <a:gd name="connsiteY102" fmla="*/ 1906587 h 3606800"/>
              <a:gd name="connsiteX103" fmla="*/ 788988 w 7392987"/>
              <a:gd name="connsiteY103" fmla="*/ 1414462 h 3606800"/>
              <a:gd name="connsiteX104" fmla="*/ 6408739 w 7392987"/>
              <a:gd name="connsiteY104" fmla="*/ 1184275 h 3606800"/>
              <a:gd name="connsiteX105" fmla="*/ 6481763 w 7392987"/>
              <a:gd name="connsiteY105" fmla="*/ 1265238 h 3606800"/>
              <a:gd name="connsiteX106" fmla="*/ 5900738 w 7392987"/>
              <a:gd name="connsiteY106" fmla="*/ 1787525 h 3606800"/>
              <a:gd name="connsiteX107" fmla="*/ 5827713 w 7392987"/>
              <a:gd name="connsiteY107" fmla="*/ 1706562 h 3606800"/>
              <a:gd name="connsiteX108" fmla="*/ 982663 w 7392987"/>
              <a:gd name="connsiteY108" fmla="*/ 1184275 h 3606800"/>
              <a:gd name="connsiteX109" fmla="*/ 1563688 w 7392987"/>
              <a:gd name="connsiteY109" fmla="*/ 1706562 h 3606800"/>
              <a:gd name="connsiteX110" fmla="*/ 1492250 w 7392987"/>
              <a:gd name="connsiteY110" fmla="*/ 1787525 h 3606800"/>
              <a:gd name="connsiteX111" fmla="*/ 911225 w 7392987"/>
              <a:gd name="connsiteY111" fmla="*/ 1265238 h 3606800"/>
              <a:gd name="connsiteX112" fmla="*/ 6273801 w 7392987"/>
              <a:gd name="connsiteY112" fmla="*/ 1044575 h 3606800"/>
              <a:gd name="connsiteX113" fmla="*/ 6350001 w 7392987"/>
              <a:gd name="connsiteY113" fmla="*/ 1120775 h 3606800"/>
              <a:gd name="connsiteX114" fmla="*/ 5799138 w 7392987"/>
              <a:gd name="connsiteY114" fmla="*/ 1677988 h 3606800"/>
              <a:gd name="connsiteX115" fmla="*/ 5722938 w 7392987"/>
              <a:gd name="connsiteY115" fmla="*/ 1601788 h 3606800"/>
              <a:gd name="connsiteX116" fmla="*/ 1119188 w 7392987"/>
              <a:gd name="connsiteY116" fmla="*/ 1044575 h 3606800"/>
              <a:gd name="connsiteX117" fmla="*/ 1670051 w 7392987"/>
              <a:gd name="connsiteY117" fmla="*/ 1601788 h 3606800"/>
              <a:gd name="connsiteX118" fmla="*/ 1593851 w 7392987"/>
              <a:gd name="connsiteY118" fmla="*/ 1677988 h 3606800"/>
              <a:gd name="connsiteX119" fmla="*/ 1042988 w 7392987"/>
              <a:gd name="connsiteY119" fmla="*/ 1120775 h 3606800"/>
              <a:gd name="connsiteX120" fmla="*/ 6134099 w 7392987"/>
              <a:gd name="connsiteY120" fmla="*/ 912812 h 3606800"/>
              <a:gd name="connsiteX121" fmla="*/ 6213475 w 7392987"/>
              <a:gd name="connsiteY121" fmla="*/ 985837 h 3606800"/>
              <a:gd name="connsiteX122" fmla="*/ 5688013 w 7392987"/>
              <a:gd name="connsiteY122" fmla="*/ 1566862 h 3606800"/>
              <a:gd name="connsiteX123" fmla="*/ 5607050 w 7392987"/>
              <a:gd name="connsiteY123" fmla="*/ 1495424 h 3606800"/>
              <a:gd name="connsiteX124" fmla="*/ 1258887 w 7392987"/>
              <a:gd name="connsiteY124" fmla="*/ 912812 h 3606800"/>
              <a:gd name="connsiteX125" fmla="*/ 1784350 w 7392987"/>
              <a:gd name="connsiteY125" fmla="*/ 1495424 h 3606800"/>
              <a:gd name="connsiteX126" fmla="*/ 1703387 w 7392987"/>
              <a:gd name="connsiteY126" fmla="*/ 1566862 h 3606800"/>
              <a:gd name="connsiteX127" fmla="*/ 1177925 w 7392987"/>
              <a:gd name="connsiteY127" fmla="*/ 985837 h 3606800"/>
              <a:gd name="connsiteX128" fmla="*/ 5980113 w 7392987"/>
              <a:gd name="connsiteY128" fmla="*/ 788987 h 3606800"/>
              <a:gd name="connsiteX129" fmla="*/ 6065838 w 7392987"/>
              <a:gd name="connsiteY129" fmla="*/ 857250 h 3606800"/>
              <a:gd name="connsiteX130" fmla="*/ 5573713 w 7392987"/>
              <a:gd name="connsiteY130" fmla="*/ 1470025 h 3606800"/>
              <a:gd name="connsiteX131" fmla="*/ 5489575 w 7392987"/>
              <a:gd name="connsiteY131" fmla="*/ 1397000 h 3606800"/>
              <a:gd name="connsiteX132" fmla="*/ 1411288 w 7392987"/>
              <a:gd name="connsiteY132" fmla="*/ 788987 h 3606800"/>
              <a:gd name="connsiteX133" fmla="*/ 1903413 w 7392987"/>
              <a:gd name="connsiteY133" fmla="*/ 1397000 h 3606800"/>
              <a:gd name="connsiteX134" fmla="*/ 1817688 w 7392987"/>
              <a:gd name="connsiteY134" fmla="*/ 1470025 h 3606800"/>
              <a:gd name="connsiteX135" fmla="*/ 1327150 w 7392987"/>
              <a:gd name="connsiteY135" fmla="*/ 857250 h 3606800"/>
              <a:gd name="connsiteX136" fmla="*/ 5827713 w 7392987"/>
              <a:gd name="connsiteY136" fmla="*/ 674687 h 3606800"/>
              <a:gd name="connsiteX137" fmla="*/ 5913438 w 7392987"/>
              <a:gd name="connsiteY137" fmla="*/ 738187 h 3606800"/>
              <a:gd name="connsiteX138" fmla="*/ 5454650 w 7392987"/>
              <a:gd name="connsiteY138" fmla="*/ 1371600 h 3606800"/>
              <a:gd name="connsiteX139" fmla="*/ 5365750 w 7392987"/>
              <a:gd name="connsiteY139" fmla="*/ 1308100 h 3606800"/>
              <a:gd name="connsiteX140" fmla="*/ 1563687 w 7392987"/>
              <a:gd name="connsiteY140" fmla="*/ 674687 h 3606800"/>
              <a:gd name="connsiteX141" fmla="*/ 2025650 w 7392987"/>
              <a:gd name="connsiteY141" fmla="*/ 1308100 h 3606800"/>
              <a:gd name="connsiteX142" fmla="*/ 1936750 w 7392987"/>
              <a:gd name="connsiteY142" fmla="*/ 1371600 h 3606800"/>
              <a:gd name="connsiteX143" fmla="*/ 1479550 w 7392987"/>
              <a:gd name="connsiteY143" fmla="*/ 738187 h 3606800"/>
              <a:gd name="connsiteX144" fmla="*/ 5667375 w 7392987"/>
              <a:gd name="connsiteY144" fmla="*/ 568325 h 3606800"/>
              <a:gd name="connsiteX145" fmla="*/ 5756275 w 7392987"/>
              <a:gd name="connsiteY145" fmla="*/ 623888 h 3606800"/>
              <a:gd name="connsiteX146" fmla="*/ 5332413 w 7392987"/>
              <a:gd name="connsiteY146" fmla="*/ 1282700 h 3606800"/>
              <a:gd name="connsiteX147" fmla="*/ 5238750 w 7392987"/>
              <a:gd name="connsiteY147" fmla="*/ 1222375 h 3606800"/>
              <a:gd name="connsiteX148" fmla="*/ 1725613 w 7392987"/>
              <a:gd name="connsiteY148" fmla="*/ 568325 h 3606800"/>
              <a:gd name="connsiteX149" fmla="*/ 2152651 w 7392987"/>
              <a:gd name="connsiteY149" fmla="*/ 1222375 h 3606800"/>
              <a:gd name="connsiteX150" fmla="*/ 2060576 w 7392987"/>
              <a:gd name="connsiteY150" fmla="*/ 1282700 h 3606800"/>
              <a:gd name="connsiteX151" fmla="*/ 1636713 w 7392987"/>
              <a:gd name="connsiteY151" fmla="*/ 623888 h 3606800"/>
              <a:gd name="connsiteX152" fmla="*/ 5497513 w 7392987"/>
              <a:gd name="connsiteY152" fmla="*/ 466725 h 3606800"/>
              <a:gd name="connsiteX153" fmla="*/ 5594351 w 7392987"/>
              <a:gd name="connsiteY153" fmla="*/ 522288 h 3606800"/>
              <a:gd name="connsiteX154" fmla="*/ 5200651 w 7392987"/>
              <a:gd name="connsiteY154" fmla="*/ 1201738 h 3606800"/>
              <a:gd name="connsiteX155" fmla="*/ 5106988 w 7392987"/>
              <a:gd name="connsiteY155" fmla="*/ 1146175 h 3606800"/>
              <a:gd name="connsiteX156" fmla="*/ 1893888 w 7392987"/>
              <a:gd name="connsiteY156" fmla="*/ 466725 h 3606800"/>
              <a:gd name="connsiteX157" fmla="*/ 2284413 w 7392987"/>
              <a:gd name="connsiteY157" fmla="*/ 1146175 h 3606800"/>
              <a:gd name="connsiteX158" fmla="*/ 2190750 w 7392987"/>
              <a:gd name="connsiteY158" fmla="*/ 1201738 h 3606800"/>
              <a:gd name="connsiteX159" fmla="*/ 1797050 w 7392987"/>
              <a:gd name="connsiteY159" fmla="*/ 522288 h 3606800"/>
              <a:gd name="connsiteX160" fmla="*/ 5327650 w 7392987"/>
              <a:gd name="connsiteY160" fmla="*/ 377825 h 3606800"/>
              <a:gd name="connsiteX161" fmla="*/ 5426075 w 7392987"/>
              <a:gd name="connsiteY161" fmla="*/ 428625 h 3606800"/>
              <a:gd name="connsiteX162" fmla="*/ 5068887 w 7392987"/>
              <a:gd name="connsiteY162" fmla="*/ 1125538 h 3606800"/>
              <a:gd name="connsiteX163" fmla="*/ 4972050 w 7392987"/>
              <a:gd name="connsiteY163" fmla="*/ 1074738 h 3606800"/>
              <a:gd name="connsiteX164" fmla="*/ 2063751 w 7392987"/>
              <a:gd name="connsiteY164" fmla="*/ 377825 h 3606800"/>
              <a:gd name="connsiteX165" fmla="*/ 2420938 w 7392987"/>
              <a:gd name="connsiteY165" fmla="*/ 1074738 h 3606800"/>
              <a:gd name="connsiteX166" fmla="*/ 2322513 w 7392987"/>
              <a:gd name="connsiteY166" fmla="*/ 1125538 h 3606800"/>
              <a:gd name="connsiteX167" fmla="*/ 1966913 w 7392987"/>
              <a:gd name="connsiteY167" fmla="*/ 428625 h 3606800"/>
              <a:gd name="connsiteX168" fmla="*/ 5149850 w 7392987"/>
              <a:gd name="connsiteY168" fmla="*/ 296862 h 3606800"/>
              <a:gd name="connsiteX169" fmla="*/ 5251450 w 7392987"/>
              <a:gd name="connsiteY169" fmla="*/ 339725 h 3606800"/>
              <a:gd name="connsiteX170" fmla="*/ 4933950 w 7392987"/>
              <a:gd name="connsiteY170" fmla="*/ 1057275 h 3606800"/>
              <a:gd name="connsiteX171" fmla="*/ 4832350 w 7392987"/>
              <a:gd name="connsiteY171" fmla="*/ 1011238 h 3606800"/>
              <a:gd name="connsiteX172" fmla="*/ 2241550 w 7392987"/>
              <a:gd name="connsiteY172" fmla="*/ 296862 h 3606800"/>
              <a:gd name="connsiteX173" fmla="*/ 2560638 w 7392987"/>
              <a:gd name="connsiteY173" fmla="*/ 1011238 h 3606800"/>
              <a:gd name="connsiteX174" fmla="*/ 2459038 w 7392987"/>
              <a:gd name="connsiteY174" fmla="*/ 1057275 h 3606800"/>
              <a:gd name="connsiteX175" fmla="*/ 2139950 w 7392987"/>
              <a:gd name="connsiteY175" fmla="*/ 339725 h 3606800"/>
              <a:gd name="connsiteX176" fmla="*/ 4972050 w 7392987"/>
              <a:gd name="connsiteY176" fmla="*/ 225425 h 3606800"/>
              <a:gd name="connsiteX177" fmla="*/ 5073650 w 7392987"/>
              <a:gd name="connsiteY177" fmla="*/ 263525 h 3606800"/>
              <a:gd name="connsiteX178" fmla="*/ 4794250 w 7392987"/>
              <a:gd name="connsiteY178" fmla="*/ 993775 h 3606800"/>
              <a:gd name="connsiteX179" fmla="*/ 4692650 w 7392987"/>
              <a:gd name="connsiteY179" fmla="*/ 955675 h 3606800"/>
              <a:gd name="connsiteX180" fmla="*/ 2420938 w 7392987"/>
              <a:gd name="connsiteY180" fmla="*/ 225425 h 3606800"/>
              <a:gd name="connsiteX181" fmla="*/ 2700338 w 7392987"/>
              <a:gd name="connsiteY181" fmla="*/ 955675 h 3606800"/>
              <a:gd name="connsiteX182" fmla="*/ 2598738 w 7392987"/>
              <a:gd name="connsiteY182" fmla="*/ 993775 h 3606800"/>
              <a:gd name="connsiteX183" fmla="*/ 2317750 w 7392987"/>
              <a:gd name="connsiteY183" fmla="*/ 263525 h 3606800"/>
              <a:gd name="connsiteX184" fmla="*/ 4789488 w 7392987"/>
              <a:gd name="connsiteY184" fmla="*/ 160337 h 3606800"/>
              <a:gd name="connsiteX185" fmla="*/ 4891088 w 7392987"/>
              <a:gd name="connsiteY185" fmla="*/ 195262 h 3606800"/>
              <a:gd name="connsiteX186" fmla="*/ 4649788 w 7392987"/>
              <a:gd name="connsiteY186" fmla="*/ 942975 h 3606800"/>
              <a:gd name="connsiteX187" fmla="*/ 4548188 w 7392987"/>
              <a:gd name="connsiteY187" fmla="*/ 908050 h 3606800"/>
              <a:gd name="connsiteX188" fmla="*/ 2601913 w 7392987"/>
              <a:gd name="connsiteY188" fmla="*/ 160337 h 3606800"/>
              <a:gd name="connsiteX189" fmla="*/ 2844801 w 7392987"/>
              <a:gd name="connsiteY189" fmla="*/ 908050 h 3606800"/>
              <a:gd name="connsiteX190" fmla="*/ 2741613 w 7392987"/>
              <a:gd name="connsiteY190" fmla="*/ 942975 h 3606800"/>
              <a:gd name="connsiteX191" fmla="*/ 2500313 w 7392987"/>
              <a:gd name="connsiteY191" fmla="*/ 195262 h 3606800"/>
              <a:gd name="connsiteX192" fmla="*/ 4603751 w 7392987"/>
              <a:gd name="connsiteY192" fmla="*/ 109537 h 3606800"/>
              <a:gd name="connsiteX193" fmla="*/ 4705351 w 7392987"/>
              <a:gd name="connsiteY193" fmla="*/ 139700 h 3606800"/>
              <a:gd name="connsiteX194" fmla="*/ 4505326 w 7392987"/>
              <a:gd name="connsiteY194" fmla="*/ 895350 h 3606800"/>
              <a:gd name="connsiteX195" fmla="*/ 4398963 w 7392987"/>
              <a:gd name="connsiteY195" fmla="*/ 866775 h 3606800"/>
              <a:gd name="connsiteX196" fmla="*/ 2789238 w 7392987"/>
              <a:gd name="connsiteY196" fmla="*/ 109537 h 3606800"/>
              <a:gd name="connsiteX197" fmla="*/ 2992438 w 7392987"/>
              <a:gd name="connsiteY197" fmla="*/ 866775 h 3606800"/>
              <a:gd name="connsiteX198" fmla="*/ 2886075 w 7392987"/>
              <a:gd name="connsiteY198" fmla="*/ 895350 h 3606800"/>
              <a:gd name="connsiteX199" fmla="*/ 2687638 w 7392987"/>
              <a:gd name="connsiteY199" fmla="*/ 139700 h 3606800"/>
              <a:gd name="connsiteX200" fmla="*/ 4411663 w 7392987"/>
              <a:gd name="connsiteY200" fmla="*/ 68262 h 3606800"/>
              <a:gd name="connsiteX201" fmla="*/ 4518025 w 7392987"/>
              <a:gd name="connsiteY201" fmla="*/ 88900 h 3606800"/>
              <a:gd name="connsiteX202" fmla="*/ 4357687 w 7392987"/>
              <a:gd name="connsiteY202" fmla="*/ 857250 h 3606800"/>
              <a:gd name="connsiteX203" fmla="*/ 4251325 w 7392987"/>
              <a:gd name="connsiteY203" fmla="*/ 831850 h 3606800"/>
              <a:gd name="connsiteX204" fmla="*/ 2979737 w 7392987"/>
              <a:gd name="connsiteY204" fmla="*/ 68262 h 3606800"/>
              <a:gd name="connsiteX205" fmla="*/ 3140075 w 7392987"/>
              <a:gd name="connsiteY205" fmla="*/ 831850 h 3606800"/>
              <a:gd name="connsiteX206" fmla="*/ 3035300 w 7392987"/>
              <a:gd name="connsiteY206" fmla="*/ 857250 h 3606800"/>
              <a:gd name="connsiteX207" fmla="*/ 2873375 w 7392987"/>
              <a:gd name="connsiteY207" fmla="*/ 88900 h 3606800"/>
              <a:gd name="connsiteX208" fmla="*/ 4221163 w 7392987"/>
              <a:gd name="connsiteY208" fmla="*/ 33337 h 3606800"/>
              <a:gd name="connsiteX209" fmla="*/ 4327525 w 7392987"/>
              <a:gd name="connsiteY209" fmla="*/ 50800 h 3606800"/>
              <a:gd name="connsiteX210" fmla="*/ 4205287 w 7392987"/>
              <a:gd name="connsiteY210" fmla="*/ 823912 h 3606800"/>
              <a:gd name="connsiteX211" fmla="*/ 4098925 w 7392987"/>
              <a:gd name="connsiteY211" fmla="*/ 806450 h 3606800"/>
              <a:gd name="connsiteX212" fmla="*/ 3170238 w 7392987"/>
              <a:gd name="connsiteY212" fmla="*/ 33337 h 3606800"/>
              <a:gd name="connsiteX213" fmla="*/ 3294063 w 7392987"/>
              <a:gd name="connsiteY213" fmla="*/ 806450 h 3606800"/>
              <a:gd name="connsiteX214" fmla="*/ 3187700 w 7392987"/>
              <a:gd name="connsiteY214" fmla="*/ 823912 h 3606800"/>
              <a:gd name="connsiteX215" fmla="*/ 3063875 w 7392987"/>
              <a:gd name="connsiteY215" fmla="*/ 50800 h 3606800"/>
              <a:gd name="connsiteX216" fmla="*/ 4030663 w 7392987"/>
              <a:gd name="connsiteY216" fmla="*/ 12700 h 3606800"/>
              <a:gd name="connsiteX217" fmla="*/ 4137025 w 7392987"/>
              <a:gd name="connsiteY217" fmla="*/ 25400 h 3606800"/>
              <a:gd name="connsiteX218" fmla="*/ 4056063 w 7392987"/>
              <a:gd name="connsiteY218" fmla="*/ 803275 h 3606800"/>
              <a:gd name="connsiteX219" fmla="*/ 3946525 w 7392987"/>
              <a:gd name="connsiteY219" fmla="*/ 788988 h 3606800"/>
              <a:gd name="connsiteX220" fmla="*/ 3360738 w 7392987"/>
              <a:gd name="connsiteY220" fmla="*/ 12700 h 3606800"/>
              <a:gd name="connsiteX221" fmla="*/ 3446463 w 7392987"/>
              <a:gd name="connsiteY221" fmla="*/ 788988 h 3606800"/>
              <a:gd name="connsiteX222" fmla="*/ 3335338 w 7392987"/>
              <a:gd name="connsiteY222" fmla="*/ 803275 h 3606800"/>
              <a:gd name="connsiteX223" fmla="*/ 3255963 w 7392987"/>
              <a:gd name="connsiteY223" fmla="*/ 25400 h 3606800"/>
              <a:gd name="connsiteX224" fmla="*/ 3835400 w 7392987"/>
              <a:gd name="connsiteY224" fmla="*/ 0 h 3606800"/>
              <a:gd name="connsiteX225" fmla="*/ 3941763 w 7392987"/>
              <a:gd name="connsiteY225" fmla="*/ 7938 h 3606800"/>
              <a:gd name="connsiteX226" fmla="*/ 3903663 w 7392987"/>
              <a:gd name="connsiteY226" fmla="*/ 788988 h 3606800"/>
              <a:gd name="connsiteX227" fmla="*/ 3794125 w 7392987"/>
              <a:gd name="connsiteY227" fmla="*/ 781050 h 3606800"/>
              <a:gd name="connsiteX228" fmla="*/ 3641725 w 7392987"/>
              <a:gd name="connsiteY228" fmla="*/ 0 h 3606800"/>
              <a:gd name="connsiteX229" fmla="*/ 3751263 w 7392987"/>
              <a:gd name="connsiteY229" fmla="*/ 0 h 3606800"/>
              <a:gd name="connsiteX230" fmla="*/ 3751263 w 7392987"/>
              <a:gd name="connsiteY230" fmla="*/ 781050 h 3606800"/>
              <a:gd name="connsiteX231" fmla="*/ 3641725 w 7392987"/>
              <a:gd name="connsiteY231" fmla="*/ 781050 h 3606800"/>
              <a:gd name="connsiteX232" fmla="*/ 3556001 w 7392987"/>
              <a:gd name="connsiteY232" fmla="*/ 0 h 3606800"/>
              <a:gd name="connsiteX233" fmla="*/ 3598863 w 7392987"/>
              <a:gd name="connsiteY233" fmla="*/ 781050 h 3606800"/>
              <a:gd name="connsiteX234" fmla="*/ 3487738 w 7392987"/>
              <a:gd name="connsiteY234" fmla="*/ 788988 h 3606800"/>
              <a:gd name="connsiteX235" fmla="*/ 3449638 w 7392987"/>
              <a:gd name="connsiteY235" fmla="*/ 7938 h 360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7392987" h="3606800">
                <a:moveTo>
                  <a:pt x="7388225" y="3457575"/>
                </a:moveTo>
                <a:lnTo>
                  <a:pt x="7392987" y="3568700"/>
                </a:lnTo>
                <a:lnTo>
                  <a:pt x="6611939" y="3606800"/>
                </a:lnTo>
                <a:lnTo>
                  <a:pt x="6608763" y="3500438"/>
                </a:lnTo>
                <a:close/>
                <a:moveTo>
                  <a:pt x="4763" y="3457575"/>
                </a:moveTo>
                <a:lnTo>
                  <a:pt x="784225" y="3500438"/>
                </a:lnTo>
                <a:lnTo>
                  <a:pt x="779463" y="3606800"/>
                </a:lnTo>
                <a:lnTo>
                  <a:pt x="0" y="3568700"/>
                </a:lnTo>
                <a:close/>
                <a:moveTo>
                  <a:pt x="7370763" y="3267075"/>
                </a:moveTo>
                <a:lnTo>
                  <a:pt x="7383463" y="3371850"/>
                </a:lnTo>
                <a:lnTo>
                  <a:pt x="6604001" y="3452813"/>
                </a:lnTo>
                <a:lnTo>
                  <a:pt x="6596063" y="3346450"/>
                </a:lnTo>
                <a:close/>
                <a:moveTo>
                  <a:pt x="20638" y="3267075"/>
                </a:moveTo>
                <a:lnTo>
                  <a:pt x="796926" y="3346450"/>
                </a:lnTo>
                <a:lnTo>
                  <a:pt x="788989" y="3452813"/>
                </a:lnTo>
                <a:lnTo>
                  <a:pt x="7938" y="3371850"/>
                </a:lnTo>
                <a:close/>
                <a:moveTo>
                  <a:pt x="7342187" y="3070225"/>
                </a:moveTo>
                <a:lnTo>
                  <a:pt x="7358063" y="3181350"/>
                </a:lnTo>
                <a:lnTo>
                  <a:pt x="6586539" y="3305175"/>
                </a:lnTo>
                <a:lnTo>
                  <a:pt x="6570663" y="3194050"/>
                </a:lnTo>
                <a:close/>
                <a:moveTo>
                  <a:pt x="50801" y="3070225"/>
                </a:moveTo>
                <a:lnTo>
                  <a:pt x="822326" y="3194050"/>
                </a:lnTo>
                <a:lnTo>
                  <a:pt x="804863" y="3305175"/>
                </a:lnTo>
                <a:lnTo>
                  <a:pt x="33338" y="3181350"/>
                </a:lnTo>
                <a:close/>
                <a:moveTo>
                  <a:pt x="7304087" y="2884487"/>
                </a:moveTo>
                <a:lnTo>
                  <a:pt x="7329487" y="2990850"/>
                </a:lnTo>
                <a:lnTo>
                  <a:pt x="6561137" y="3151187"/>
                </a:lnTo>
                <a:lnTo>
                  <a:pt x="6540499" y="3044824"/>
                </a:lnTo>
                <a:close/>
                <a:moveTo>
                  <a:pt x="88900" y="2884487"/>
                </a:moveTo>
                <a:lnTo>
                  <a:pt x="852488" y="3044824"/>
                </a:lnTo>
                <a:lnTo>
                  <a:pt x="830263" y="3151187"/>
                </a:lnTo>
                <a:lnTo>
                  <a:pt x="63500" y="2990850"/>
                </a:lnTo>
                <a:close/>
                <a:moveTo>
                  <a:pt x="7256463" y="2692400"/>
                </a:moveTo>
                <a:lnTo>
                  <a:pt x="7286625" y="2798762"/>
                </a:lnTo>
                <a:lnTo>
                  <a:pt x="6527799" y="3003550"/>
                </a:lnTo>
                <a:lnTo>
                  <a:pt x="6502399" y="2897188"/>
                </a:lnTo>
                <a:close/>
                <a:moveTo>
                  <a:pt x="134938" y="2692400"/>
                </a:moveTo>
                <a:lnTo>
                  <a:pt x="890588" y="2897188"/>
                </a:lnTo>
                <a:lnTo>
                  <a:pt x="865188" y="3003550"/>
                </a:lnTo>
                <a:lnTo>
                  <a:pt x="106363" y="2798762"/>
                </a:lnTo>
                <a:close/>
                <a:moveTo>
                  <a:pt x="7197725" y="2509837"/>
                </a:moveTo>
                <a:lnTo>
                  <a:pt x="7231063" y="2611437"/>
                </a:lnTo>
                <a:lnTo>
                  <a:pt x="6489701" y="2854325"/>
                </a:lnTo>
                <a:lnTo>
                  <a:pt x="6454775" y="2752725"/>
                </a:lnTo>
                <a:close/>
                <a:moveTo>
                  <a:pt x="195263" y="2509837"/>
                </a:moveTo>
                <a:lnTo>
                  <a:pt x="936626" y="2752725"/>
                </a:lnTo>
                <a:lnTo>
                  <a:pt x="903289" y="2854325"/>
                </a:lnTo>
                <a:lnTo>
                  <a:pt x="160338" y="2611437"/>
                </a:lnTo>
                <a:close/>
                <a:moveTo>
                  <a:pt x="7129463" y="2327275"/>
                </a:moveTo>
                <a:lnTo>
                  <a:pt x="7172325" y="2428875"/>
                </a:lnTo>
                <a:lnTo>
                  <a:pt x="6438899" y="2709863"/>
                </a:lnTo>
                <a:lnTo>
                  <a:pt x="6400799" y="2608263"/>
                </a:lnTo>
                <a:close/>
                <a:moveTo>
                  <a:pt x="261938" y="2327275"/>
                </a:moveTo>
                <a:lnTo>
                  <a:pt x="992188" y="2608263"/>
                </a:lnTo>
                <a:lnTo>
                  <a:pt x="954088" y="2709863"/>
                </a:lnTo>
                <a:lnTo>
                  <a:pt x="220663" y="2428875"/>
                </a:lnTo>
                <a:close/>
                <a:moveTo>
                  <a:pt x="7053263" y="2149475"/>
                </a:moveTo>
                <a:lnTo>
                  <a:pt x="7099299" y="2246312"/>
                </a:lnTo>
                <a:lnTo>
                  <a:pt x="6383337" y="2565400"/>
                </a:lnTo>
                <a:lnTo>
                  <a:pt x="6340475" y="2468562"/>
                </a:lnTo>
                <a:close/>
                <a:moveTo>
                  <a:pt x="338137" y="2149475"/>
                </a:moveTo>
                <a:lnTo>
                  <a:pt x="1050925" y="2468562"/>
                </a:lnTo>
                <a:lnTo>
                  <a:pt x="1008063" y="2565400"/>
                </a:lnTo>
                <a:lnTo>
                  <a:pt x="292100" y="2246312"/>
                </a:lnTo>
                <a:close/>
                <a:moveTo>
                  <a:pt x="6969125" y="1974850"/>
                </a:moveTo>
                <a:lnTo>
                  <a:pt x="7019925" y="2073275"/>
                </a:lnTo>
                <a:lnTo>
                  <a:pt x="6319837" y="2425700"/>
                </a:lnTo>
                <a:lnTo>
                  <a:pt x="6273799" y="2332038"/>
                </a:lnTo>
                <a:close/>
                <a:moveTo>
                  <a:pt x="423863" y="1974850"/>
                </a:moveTo>
                <a:lnTo>
                  <a:pt x="1119188" y="2332038"/>
                </a:lnTo>
                <a:lnTo>
                  <a:pt x="1071563" y="2425700"/>
                </a:lnTo>
                <a:lnTo>
                  <a:pt x="373063" y="2073275"/>
                </a:lnTo>
                <a:close/>
                <a:moveTo>
                  <a:pt x="6875463" y="1804987"/>
                </a:moveTo>
                <a:lnTo>
                  <a:pt x="6926263" y="1898650"/>
                </a:lnTo>
                <a:lnTo>
                  <a:pt x="6251575" y="2289175"/>
                </a:lnTo>
                <a:lnTo>
                  <a:pt x="6197599" y="2195512"/>
                </a:lnTo>
                <a:close/>
                <a:moveTo>
                  <a:pt x="517525" y="1804987"/>
                </a:moveTo>
                <a:lnTo>
                  <a:pt x="1195388" y="2195512"/>
                </a:lnTo>
                <a:lnTo>
                  <a:pt x="1139825" y="2289175"/>
                </a:lnTo>
                <a:lnTo>
                  <a:pt x="466725" y="1898650"/>
                </a:lnTo>
                <a:close/>
                <a:moveTo>
                  <a:pt x="6769101" y="1639887"/>
                </a:moveTo>
                <a:lnTo>
                  <a:pt x="6827839" y="1733550"/>
                </a:lnTo>
                <a:lnTo>
                  <a:pt x="6175375" y="2157412"/>
                </a:lnTo>
                <a:lnTo>
                  <a:pt x="6116639" y="2068512"/>
                </a:lnTo>
                <a:close/>
                <a:moveTo>
                  <a:pt x="622301" y="1639887"/>
                </a:moveTo>
                <a:lnTo>
                  <a:pt x="1276351" y="2068512"/>
                </a:lnTo>
                <a:lnTo>
                  <a:pt x="1216026" y="2157412"/>
                </a:lnTo>
                <a:lnTo>
                  <a:pt x="563563" y="1733550"/>
                </a:lnTo>
                <a:close/>
                <a:moveTo>
                  <a:pt x="6659563" y="1482725"/>
                </a:moveTo>
                <a:lnTo>
                  <a:pt x="6723063" y="1571625"/>
                </a:lnTo>
                <a:lnTo>
                  <a:pt x="6091238" y="2030413"/>
                </a:lnTo>
                <a:lnTo>
                  <a:pt x="6027738" y="1944688"/>
                </a:lnTo>
                <a:close/>
                <a:moveTo>
                  <a:pt x="733425" y="1482725"/>
                </a:moveTo>
                <a:lnTo>
                  <a:pt x="1365250" y="1944688"/>
                </a:lnTo>
                <a:lnTo>
                  <a:pt x="1301750" y="2030413"/>
                </a:lnTo>
                <a:lnTo>
                  <a:pt x="669925" y="1571625"/>
                </a:lnTo>
                <a:close/>
                <a:moveTo>
                  <a:pt x="6535739" y="1328737"/>
                </a:moveTo>
                <a:lnTo>
                  <a:pt x="6604001" y="1414462"/>
                </a:lnTo>
                <a:lnTo>
                  <a:pt x="5997576" y="1906587"/>
                </a:lnTo>
                <a:lnTo>
                  <a:pt x="5929313" y="1822450"/>
                </a:lnTo>
                <a:close/>
                <a:moveTo>
                  <a:pt x="855663" y="1328737"/>
                </a:moveTo>
                <a:lnTo>
                  <a:pt x="1462088" y="1822450"/>
                </a:lnTo>
                <a:lnTo>
                  <a:pt x="1393825" y="1906587"/>
                </a:lnTo>
                <a:lnTo>
                  <a:pt x="788988" y="1414462"/>
                </a:lnTo>
                <a:close/>
                <a:moveTo>
                  <a:pt x="6408739" y="1184275"/>
                </a:moveTo>
                <a:lnTo>
                  <a:pt x="6481763" y="1265238"/>
                </a:lnTo>
                <a:lnTo>
                  <a:pt x="5900738" y="1787525"/>
                </a:lnTo>
                <a:lnTo>
                  <a:pt x="5827713" y="1706562"/>
                </a:lnTo>
                <a:close/>
                <a:moveTo>
                  <a:pt x="982663" y="1184275"/>
                </a:moveTo>
                <a:lnTo>
                  <a:pt x="1563688" y="1706562"/>
                </a:lnTo>
                <a:lnTo>
                  <a:pt x="1492250" y="1787525"/>
                </a:lnTo>
                <a:lnTo>
                  <a:pt x="911225" y="1265238"/>
                </a:lnTo>
                <a:close/>
                <a:moveTo>
                  <a:pt x="6273801" y="1044575"/>
                </a:moveTo>
                <a:lnTo>
                  <a:pt x="6350001" y="1120775"/>
                </a:lnTo>
                <a:lnTo>
                  <a:pt x="5799138" y="1677988"/>
                </a:lnTo>
                <a:lnTo>
                  <a:pt x="5722938" y="1601788"/>
                </a:lnTo>
                <a:close/>
                <a:moveTo>
                  <a:pt x="1119188" y="1044575"/>
                </a:moveTo>
                <a:lnTo>
                  <a:pt x="1670051" y="1601788"/>
                </a:lnTo>
                <a:lnTo>
                  <a:pt x="1593851" y="1677988"/>
                </a:lnTo>
                <a:lnTo>
                  <a:pt x="1042988" y="1120775"/>
                </a:lnTo>
                <a:close/>
                <a:moveTo>
                  <a:pt x="6134099" y="912812"/>
                </a:moveTo>
                <a:lnTo>
                  <a:pt x="6213475" y="985837"/>
                </a:lnTo>
                <a:lnTo>
                  <a:pt x="5688013" y="1566862"/>
                </a:lnTo>
                <a:lnTo>
                  <a:pt x="5607050" y="1495424"/>
                </a:lnTo>
                <a:close/>
                <a:moveTo>
                  <a:pt x="1258887" y="912812"/>
                </a:moveTo>
                <a:lnTo>
                  <a:pt x="1784350" y="1495424"/>
                </a:lnTo>
                <a:lnTo>
                  <a:pt x="1703387" y="1566862"/>
                </a:lnTo>
                <a:lnTo>
                  <a:pt x="1177925" y="985837"/>
                </a:lnTo>
                <a:close/>
                <a:moveTo>
                  <a:pt x="5980113" y="788987"/>
                </a:moveTo>
                <a:lnTo>
                  <a:pt x="6065838" y="857250"/>
                </a:lnTo>
                <a:lnTo>
                  <a:pt x="5573713" y="1470025"/>
                </a:lnTo>
                <a:lnTo>
                  <a:pt x="5489575" y="1397000"/>
                </a:lnTo>
                <a:close/>
                <a:moveTo>
                  <a:pt x="1411288" y="788987"/>
                </a:moveTo>
                <a:lnTo>
                  <a:pt x="1903413" y="1397000"/>
                </a:lnTo>
                <a:lnTo>
                  <a:pt x="1817688" y="1470025"/>
                </a:lnTo>
                <a:lnTo>
                  <a:pt x="1327150" y="857250"/>
                </a:lnTo>
                <a:close/>
                <a:moveTo>
                  <a:pt x="5827713" y="674687"/>
                </a:moveTo>
                <a:lnTo>
                  <a:pt x="5913438" y="738187"/>
                </a:lnTo>
                <a:lnTo>
                  <a:pt x="5454650" y="1371600"/>
                </a:lnTo>
                <a:lnTo>
                  <a:pt x="5365750" y="1308100"/>
                </a:lnTo>
                <a:close/>
                <a:moveTo>
                  <a:pt x="1563687" y="674687"/>
                </a:moveTo>
                <a:lnTo>
                  <a:pt x="2025650" y="1308100"/>
                </a:lnTo>
                <a:lnTo>
                  <a:pt x="1936750" y="1371600"/>
                </a:lnTo>
                <a:lnTo>
                  <a:pt x="1479550" y="738187"/>
                </a:lnTo>
                <a:close/>
                <a:moveTo>
                  <a:pt x="5667375" y="568325"/>
                </a:moveTo>
                <a:lnTo>
                  <a:pt x="5756275" y="623888"/>
                </a:lnTo>
                <a:lnTo>
                  <a:pt x="5332413" y="1282700"/>
                </a:lnTo>
                <a:lnTo>
                  <a:pt x="5238750" y="1222375"/>
                </a:lnTo>
                <a:close/>
                <a:moveTo>
                  <a:pt x="1725613" y="568325"/>
                </a:moveTo>
                <a:lnTo>
                  <a:pt x="2152651" y="1222375"/>
                </a:lnTo>
                <a:lnTo>
                  <a:pt x="2060576" y="1282700"/>
                </a:lnTo>
                <a:lnTo>
                  <a:pt x="1636713" y="623888"/>
                </a:lnTo>
                <a:close/>
                <a:moveTo>
                  <a:pt x="5497513" y="466725"/>
                </a:moveTo>
                <a:lnTo>
                  <a:pt x="5594351" y="522288"/>
                </a:lnTo>
                <a:lnTo>
                  <a:pt x="5200651" y="1201738"/>
                </a:lnTo>
                <a:lnTo>
                  <a:pt x="5106988" y="1146175"/>
                </a:lnTo>
                <a:close/>
                <a:moveTo>
                  <a:pt x="1893888" y="466725"/>
                </a:moveTo>
                <a:lnTo>
                  <a:pt x="2284413" y="1146175"/>
                </a:lnTo>
                <a:lnTo>
                  <a:pt x="2190750" y="1201738"/>
                </a:lnTo>
                <a:lnTo>
                  <a:pt x="1797050" y="522288"/>
                </a:lnTo>
                <a:close/>
                <a:moveTo>
                  <a:pt x="5327650" y="377825"/>
                </a:moveTo>
                <a:lnTo>
                  <a:pt x="5426075" y="428625"/>
                </a:lnTo>
                <a:lnTo>
                  <a:pt x="5068887" y="1125538"/>
                </a:lnTo>
                <a:lnTo>
                  <a:pt x="4972050" y="1074738"/>
                </a:lnTo>
                <a:close/>
                <a:moveTo>
                  <a:pt x="2063751" y="377825"/>
                </a:moveTo>
                <a:lnTo>
                  <a:pt x="2420938" y="1074738"/>
                </a:lnTo>
                <a:lnTo>
                  <a:pt x="2322513" y="1125538"/>
                </a:lnTo>
                <a:lnTo>
                  <a:pt x="1966913" y="428625"/>
                </a:lnTo>
                <a:close/>
                <a:moveTo>
                  <a:pt x="5149850" y="296862"/>
                </a:moveTo>
                <a:lnTo>
                  <a:pt x="5251450" y="339725"/>
                </a:lnTo>
                <a:lnTo>
                  <a:pt x="4933950" y="1057275"/>
                </a:lnTo>
                <a:lnTo>
                  <a:pt x="4832350" y="1011238"/>
                </a:lnTo>
                <a:close/>
                <a:moveTo>
                  <a:pt x="2241550" y="296862"/>
                </a:moveTo>
                <a:lnTo>
                  <a:pt x="2560638" y="1011238"/>
                </a:lnTo>
                <a:lnTo>
                  <a:pt x="2459038" y="1057275"/>
                </a:lnTo>
                <a:lnTo>
                  <a:pt x="2139950" y="339725"/>
                </a:lnTo>
                <a:close/>
                <a:moveTo>
                  <a:pt x="4972050" y="225425"/>
                </a:moveTo>
                <a:lnTo>
                  <a:pt x="5073650" y="263525"/>
                </a:lnTo>
                <a:lnTo>
                  <a:pt x="4794250" y="993775"/>
                </a:lnTo>
                <a:lnTo>
                  <a:pt x="4692650" y="955675"/>
                </a:lnTo>
                <a:close/>
                <a:moveTo>
                  <a:pt x="2420938" y="225425"/>
                </a:moveTo>
                <a:lnTo>
                  <a:pt x="2700338" y="955675"/>
                </a:lnTo>
                <a:lnTo>
                  <a:pt x="2598738" y="993775"/>
                </a:lnTo>
                <a:lnTo>
                  <a:pt x="2317750" y="263525"/>
                </a:lnTo>
                <a:close/>
                <a:moveTo>
                  <a:pt x="4789488" y="160337"/>
                </a:moveTo>
                <a:lnTo>
                  <a:pt x="4891088" y="195262"/>
                </a:lnTo>
                <a:lnTo>
                  <a:pt x="4649788" y="942975"/>
                </a:lnTo>
                <a:lnTo>
                  <a:pt x="4548188" y="908050"/>
                </a:lnTo>
                <a:close/>
                <a:moveTo>
                  <a:pt x="2601913" y="160337"/>
                </a:moveTo>
                <a:lnTo>
                  <a:pt x="2844801" y="908050"/>
                </a:lnTo>
                <a:lnTo>
                  <a:pt x="2741613" y="942975"/>
                </a:lnTo>
                <a:lnTo>
                  <a:pt x="2500313" y="195262"/>
                </a:lnTo>
                <a:close/>
                <a:moveTo>
                  <a:pt x="4603751" y="109537"/>
                </a:moveTo>
                <a:lnTo>
                  <a:pt x="4705351" y="139700"/>
                </a:lnTo>
                <a:lnTo>
                  <a:pt x="4505326" y="895350"/>
                </a:lnTo>
                <a:lnTo>
                  <a:pt x="4398963" y="866775"/>
                </a:lnTo>
                <a:close/>
                <a:moveTo>
                  <a:pt x="2789238" y="109537"/>
                </a:moveTo>
                <a:lnTo>
                  <a:pt x="2992438" y="866775"/>
                </a:lnTo>
                <a:lnTo>
                  <a:pt x="2886075" y="895350"/>
                </a:lnTo>
                <a:lnTo>
                  <a:pt x="2687638" y="139700"/>
                </a:lnTo>
                <a:close/>
                <a:moveTo>
                  <a:pt x="4411663" y="68262"/>
                </a:moveTo>
                <a:lnTo>
                  <a:pt x="4518025" y="88900"/>
                </a:lnTo>
                <a:lnTo>
                  <a:pt x="4357687" y="857250"/>
                </a:lnTo>
                <a:lnTo>
                  <a:pt x="4251325" y="831850"/>
                </a:lnTo>
                <a:close/>
                <a:moveTo>
                  <a:pt x="2979737" y="68262"/>
                </a:moveTo>
                <a:lnTo>
                  <a:pt x="3140075" y="831850"/>
                </a:lnTo>
                <a:lnTo>
                  <a:pt x="3035300" y="857250"/>
                </a:lnTo>
                <a:lnTo>
                  <a:pt x="2873375" y="88900"/>
                </a:lnTo>
                <a:close/>
                <a:moveTo>
                  <a:pt x="4221163" y="33337"/>
                </a:moveTo>
                <a:lnTo>
                  <a:pt x="4327525" y="50800"/>
                </a:lnTo>
                <a:lnTo>
                  <a:pt x="4205287" y="823912"/>
                </a:lnTo>
                <a:lnTo>
                  <a:pt x="4098925" y="806450"/>
                </a:lnTo>
                <a:close/>
                <a:moveTo>
                  <a:pt x="3170238" y="33337"/>
                </a:moveTo>
                <a:lnTo>
                  <a:pt x="3294063" y="806450"/>
                </a:lnTo>
                <a:lnTo>
                  <a:pt x="3187700" y="823912"/>
                </a:lnTo>
                <a:lnTo>
                  <a:pt x="3063875" y="50800"/>
                </a:lnTo>
                <a:close/>
                <a:moveTo>
                  <a:pt x="4030663" y="12700"/>
                </a:moveTo>
                <a:lnTo>
                  <a:pt x="4137025" y="25400"/>
                </a:lnTo>
                <a:lnTo>
                  <a:pt x="4056063" y="803275"/>
                </a:lnTo>
                <a:lnTo>
                  <a:pt x="3946525" y="788988"/>
                </a:lnTo>
                <a:close/>
                <a:moveTo>
                  <a:pt x="3360738" y="12700"/>
                </a:moveTo>
                <a:lnTo>
                  <a:pt x="3446463" y="788988"/>
                </a:lnTo>
                <a:lnTo>
                  <a:pt x="3335338" y="803275"/>
                </a:lnTo>
                <a:lnTo>
                  <a:pt x="3255963" y="25400"/>
                </a:lnTo>
                <a:close/>
                <a:moveTo>
                  <a:pt x="3835400" y="0"/>
                </a:moveTo>
                <a:lnTo>
                  <a:pt x="3941763" y="7938"/>
                </a:lnTo>
                <a:lnTo>
                  <a:pt x="3903663" y="788988"/>
                </a:lnTo>
                <a:lnTo>
                  <a:pt x="3794125" y="781050"/>
                </a:lnTo>
                <a:close/>
                <a:moveTo>
                  <a:pt x="3641725" y="0"/>
                </a:moveTo>
                <a:lnTo>
                  <a:pt x="3751263" y="0"/>
                </a:lnTo>
                <a:lnTo>
                  <a:pt x="3751263" y="781050"/>
                </a:lnTo>
                <a:lnTo>
                  <a:pt x="3641725" y="781050"/>
                </a:lnTo>
                <a:close/>
                <a:moveTo>
                  <a:pt x="3556001" y="0"/>
                </a:moveTo>
                <a:lnTo>
                  <a:pt x="3598863" y="781050"/>
                </a:lnTo>
                <a:lnTo>
                  <a:pt x="3487738" y="788988"/>
                </a:lnTo>
                <a:lnTo>
                  <a:pt x="3449638" y="7938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vert="horz" wrap="square" lIns="34286" tIns="17143" rIns="34286" bIns="17143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675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4F4933-01D3-FD56-4323-EB4148BE2CC1}"/>
              </a:ext>
            </a:extLst>
          </p:cNvPr>
          <p:cNvSpPr txBox="1"/>
          <p:nvPr/>
        </p:nvSpPr>
        <p:spPr>
          <a:xfrm>
            <a:off x="854744" y="2855640"/>
            <a:ext cx="448539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5E1BBE-66D9-13C9-CCD7-15C276EE6238}"/>
              </a:ext>
            </a:extLst>
          </p:cNvPr>
          <p:cNvSpPr txBox="1"/>
          <p:nvPr/>
        </p:nvSpPr>
        <p:spPr>
          <a:xfrm>
            <a:off x="2338097" y="2842461"/>
            <a:ext cx="416527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100</a:t>
            </a:r>
          </a:p>
        </p:txBody>
      </p:sp>
      <p:sp>
        <p:nvSpPr>
          <p:cNvPr id="42" name="Pie 84">
            <a:extLst>
              <a:ext uri="{FF2B5EF4-FFF2-40B4-BE49-F238E27FC236}">
                <a16:creationId xmlns:a16="http://schemas.microsoft.com/office/drawing/2014/main" id="{F467250A-6095-69D8-234D-1AE115B4F967}"/>
              </a:ext>
            </a:extLst>
          </p:cNvPr>
          <p:cNvSpPr/>
          <p:nvPr/>
        </p:nvSpPr>
        <p:spPr>
          <a:xfrm>
            <a:off x="1084144" y="1894700"/>
            <a:ext cx="1702219" cy="1702218"/>
          </a:xfrm>
          <a:prstGeom prst="arc">
            <a:avLst>
              <a:gd name="adj1" fmla="val 10670525"/>
              <a:gd name="adj2" fmla="val 21572899"/>
            </a:avLst>
          </a:prstGeom>
          <a:noFill/>
          <a:ln w="139700" cap="rnd"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FEEA34-76C6-B305-0825-0C156E3E068C}"/>
              </a:ext>
            </a:extLst>
          </p:cNvPr>
          <p:cNvSpPr/>
          <p:nvPr/>
        </p:nvSpPr>
        <p:spPr>
          <a:xfrm>
            <a:off x="1613680" y="2431129"/>
            <a:ext cx="660563" cy="660563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202654" dist="38100" dir="5400000" algn="t" rotWithShape="0">
              <a:schemeClr val="accent2">
                <a:lumMod val="20000"/>
                <a:lumOff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F3252A-49F0-7004-D7DD-13CF7E1CCDE9}"/>
              </a:ext>
            </a:extLst>
          </p:cNvPr>
          <p:cNvSpPr txBox="1"/>
          <p:nvPr/>
        </p:nvSpPr>
        <p:spPr>
          <a:xfrm>
            <a:off x="1612912" y="2611369"/>
            <a:ext cx="6841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accent2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140</a:t>
            </a:r>
            <a:r>
              <a:rPr lang="en-US" sz="1500" dirty="0">
                <a:solidFill>
                  <a:schemeClr val="accent2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%</a:t>
            </a:r>
          </a:p>
        </p:txBody>
      </p:sp>
      <p:sp>
        <p:nvSpPr>
          <p:cNvPr id="85" name="Pie 84">
            <a:extLst>
              <a:ext uri="{FF2B5EF4-FFF2-40B4-BE49-F238E27FC236}">
                <a16:creationId xmlns:a16="http://schemas.microsoft.com/office/drawing/2014/main" id="{C1AD5426-DDD8-7191-8C3E-4AB95AE5910D}"/>
              </a:ext>
            </a:extLst>
          </p:cNvPr>
          <p:cNvSpPr/>
          <p:nvPr/>
        </p:nvSpPr>
        <p:spPr>
          <a:xfrm>
            <a:off x="1084144" y="1894700"/>
            <a:ext cx="1702219" cy="1702218"/>
          </a:xfrm>
          <a:prstGeom prst="arc">
            <a:avLst>
              <a:gd name="adj1" fmla="val 10670525"/>
              <a:gd name="adj2" fmla="val 4585841"/>
            </a:avLst>
          </a:prstGeom>
          <a:noFill/>
          <a:ln w="1397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28DA304-B574-6F0C-B7C8-F509F2DD0F0B}"/>
              </a:ext>
            </a:extLst>
          </p:cNvPr>
          <p:cNvGrpSpPr/>
          <p:nvPr/>
        </p:nvGrpSpPr>
        <p:grpSpPr>
          <a:xfrm>
            <a:off x="3692656" y="1894700"/>
            <a:ext cx="1702219" cy="1702218"/>
            <a:chOff x="4891928" y="2534934"/>
            <a:chExt cx="2269625" cy="2269624"/>
          </a:xfrm>
        </p:grpSpPr>
        <p:sp>
          <p:nvSpPr>
            <p:cNvPr id="86" name="Pie 84">
              <a:extLst>
                <a:ext uri="{FF2B5EF4-FFF2-40B4-BE49-F238E27FC236}">
                  <a16:creationId xmlns:a16="http://schemas.microsoft.com/office/drawing/2014/main" id="{7D2FDC6C-5056-8524-7692-B6CBE7B7060B}"/>
                </a:ext>
              </a:extLst>
            </p:cNvPr>
            <p:cNvSpPr/>
            <p:nvPr/>
          </p:nvSpPr>
          <p:spPr>
            <a:xfrm>
              <a:off x="4891928" y="2534934"/>
              <a:ext cx="2269625" cy="2269624"/>
            </a:xfrm>
            <a:prstGeom prst="arc">
              <a:avLst>
                <a:gd name="adj1" fmla="val 10670525"/>
                <a:gd name="adj2" fmla="val 21572899"/>
              </a:avLst>
            </a:prstGeom>
            <a:noFill/>
            <a:ln w="1397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87" name="Pie 84">
              <a:extLst>
                <a:ext uri="{FF2B5EF4-FFF2-40B4-BE49-F238E27FC236}">
                  <a16:creationId xmlns:a16="http://schemas.microsoft.com/office/drawing/2014/main" id="{7922D5F8-C060-573C-B721-E6D66B3EBA88}"/>
                </a:ext>
              </a:extLst>
            </p:cNvPr>
            <p:cNvSpPr/>
            <p:nvPr/>
          </p:nvSpPr>
          <p:spPr>
            <a:xfrm>
              <a:off x="4891928" y="2534934"/>
              <a:ext cx="2269625" cy="2269624"/>
            </a:xfrm>
            <a:prstGeom prst="arc">
              <a:avLst>
                <a:gd name="adj1" fmla="val 10670525"/>
                <a:gd name="adj2" fmla="val 20856308"/>
              </a:avLst>
            </a:prstGeom>
            <a:noFill/>
            <a:ln w="139700" cap="rnd">
              <a:solidFill>
                <a:schemeClr val="accent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90" name="Pie 84">
            <a:extLst>
              <a:ext uri="{FF2B5EF4-FFF2-40B4-BE49-F238E27FC236}">
                <a16:creationId xmlns:a16="http://schemas.microsoft.com/office/drawing/2014/main" id="{3B7E5194-ECD6-E31A-2A21-A08F1D2AC42E}"/>
              </a:ext>
            </a:extLst>
          </p:cNvPr>
          <p:cNvSpPr/>
          <p:nvPr/>
        </p:nvSpPr>
        <p:spPr>
          <a:xfrm>
            <a:off x="6299780" y="1917579"/>
            <a:ext cx="1702219" cy="1702218"/>
          </a:xfrm>
          <a:prstGeom prst="arc">
            <a:avLst>
              <a:gd name="adj1" fmla="val 10670525"/>
              <a:gd name="adj2" fmla="val 21572899"/>
            </a:avLst>
          </a:prstGeom>
          <a:noFill/>
          <a:ln w="139700" cap="rnd"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1" name="Pie 84">
            <a:extLst>
              <a:ext uri="{FF2B5EF4-FFF2-40B4-BE49-F238E27FC236}">
                <a16:creationId xmlns:a16="http://schemas.microsoft.com/office/drawing/2014/main" id="{0F22384D-759C-FC45-6DD4-51888F6AE490}"/>
              </a:ext>
            </a:extLst>
          </p:cNvPr>
          <p:cNvSpPr/>
          <p:nvPr/>
        </p:nvSpPr>
        <p:spPr>
          <a:xfrm>
            <a:off x="6299780" y="1917579"/>
            <a:ext cx="1702219" cy="1702218"/>
          </a:xfrm>
          <a:prstGeom prst="arc">
            <a:avLst>
              <a:gd name="adj1" fmla="val 10670525"/>
              <a:gd name="adj2" fmla="val 5614523"/>
            </a:avLst>
          </a:prstGeom>
          <a:noFill/>
          <a:ln w="139700" cap="rnd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0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1012094" y="4107783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284790</a:t>
            </a:r>
            <a:r>
              <a:rPr lang="en-US" sz="1000" b="1" dirty="0">
                <a:solidFill>
                  <a:srgbClr val="2A2742"/>
                </a:solidFill>
                <a:ea typeface="Outfit Extra Bold" pitchFamily="34" charset="-122"/>
                <a:cs typeface="Outfit Extra Bold" pitchFamily="34" charset="-120"/>
              </a:rPr>
              <a:t> </a:t>
            </a:r>
            <a:r>
              <a:rPr lang="en-US" sz="900" b="1" dirty="0">
                <a:solidFill>
                  <a:schemeClr val="tx1"/>
                </a:solidFill>
              </a:rPr>
              <a:t>DT /</a:t>
            </a:r>
            <a:r>
              <a:rPr lang="en-US" sz="938" b="1" dirty="0">
                <a:solidFill>
                  <a:schemeClr val="tx1"/>
                </a:solidFill>
              </a:rPr>
              <a:t> 320452 </a:t>
            </a:r>
            <a:r>
              <a:rPr lang="en-US" sz="900" b="1" dirty="0">
                <a:solidFill>
                  <a:schemeClr val="tx1"/>
                </a:solidFill>
              </a:rPr>
              <a:t>DT</a:t>
            </a:r>
          </a:p>
        </p:txBody>
      </p:sp>
      <p:sp>
        <p:nvSpPr>
          <p:cNvPr id="84" name="Rounded Rectangle 90">
            <a:extLst>
              <a:ext uri="{FF2B5EF4-FFF2-40B4-BE49-F238E27FC236}">
                <a16:creationId xmlns:a16="http://schemas.microsoft.com/office/drawing/2014/main" id="{5A190254-1B13-470E-9D2B-566A8ECFDFD7}"/>
              </a:ext>
            </a:extLst>
          </p:cNvPr>
          <p:cNvSpPr/>
          <p:nvPr/>
        </p:nvSpPr>
        <p:spPr>
          <a:xfrm>
            <a:off x="3577133" y="4105432"/>
            <a:ext cx="1956288" cy="551741"/>
          </a:xfrm>
          <a:prstGeom prst="roundRect">
            <a:avLst>
              <a:gd name="adj" fmla="val 1173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253871 </a:t>
            </a:r>
            <a:r>
              <a:rPr lang="en-US" sz="900" b="1" dirty="0">
                <a:ea typeface="Lato Light" panose="020F0502020204030203" pitchFamily="34" charset="0"/>
                <a:cs typeface="Lato Light" panose="020F0502020204030203" pitchFamily="34" charset="0"/>
              </a:rPr>
              <a:t>DT / 263600 DT</a:t>
            </a:r>
            <a:endParaRPr lang="en-US" sz="900" dirty="0"/>
          </a:p>
        </p:txBody>
      </p:sp>
      <p:sp>
        <p:nvSpPr>
          <p:cNvPr id="89" name="Rounded Rectangle 90">
            <a:extLst>
              <a:ext uri="{FF2B5EF4-FFF2-40B4-BE49-F238E27FC236}">
                <a16:creationId xmlns:a16="http://schemas.microsoft.com/office/drawing/2014/main" id="{7A7ECB18-BE04-4F67-81C0-95A9A6A046EE}"/>
              </a:ext>
            </a:extLst>
          </p:cNvPr>
          <p:cNvSpPr/>
          <p:nvPr/>
        </p:nvSpPr>
        <p:spPr>
          <a:xfrm>
            <a:off x="6195983" y="4105432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307014</a:t>
            </a:r>
            <a:r>
              <a:rPr lang="en-US" sz="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DT / 202600 DT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088929" y="1493259"/>
            <a:ext cx="1711790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75" b="1" dirty="0"/>
              <a:t>Année 2023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3637834" y="1474890"/>
            <a:ext cx="1711790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75" b="1" dirty="0"/>
              <a:t>Année 2024</a:t>
            </a:r>
          </a:p>
        </p:txBody>
      </p:sp>
      <p:sp>
        <p:nvSpPr>
          <p:cNvPr id="53" name="ZoneTexte 52"/>
          <p:cNvSpPr txBox="1"/>
          <p:nvPr/>
        </p:nvSpPr>
        <p:spPr>
          <a:xfrm>
            <a:off x="6280258" y="1506599"/>
            <a:ext cx="1711790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75" b="1" dirty="0"/>
              <a:t>Année 2025</a:t>
            </a:r>
          </a:p>
        </p:txBody>
      </p:sp>
      <p:sp>
        <p:nvSpPr>
          <p:cNvPr id="43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826875"/>
            <a:ext cx="3218499" cy="288926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</p:spTree>
    <p:extLst>
      <p:ext uri="{BB962C8B-B14F-4D97-AF65-F5344CB8AC3E}">
        <p14:creationId xmlns:p14="http://schemas.microsoft.com/office/powerpoint/2010/main" val="9981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3 -0.00093 L 1.66667E-6 -4.93827E-7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2 -0.00092 L -2.77778E-7 -1.85185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3 -0.00092 L 1.38889E-6 -1.85185E-6 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0" grpId="1" animBg="1"/>
      <p:bldP spid="84" grpId="0" animBg="1"/>
      <p:bldP spid="84" grpId="1" animBg="1"/>
      <p:bldP spid="89" grpId="0" animBg="1"/>
      <p:bldP spid="8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aphique 6"/>
          <p:cNvGraphicFramePr/>
          <p:nvPr>
            <p:extLst>
              <p:ext uri="{D42A27DB-BD31-4B8C-83A1-F6EECF244321}">
                <p14:modId xmlns:p14="http://schemas.microsoft.com/office/powerpoint/2010/main" val="4145866344"/>
              </p:ext>
            </p:extLst>
          </p:nvPr>
        </p:nvGraphicFramePr>
        <p:xfrm>
          <a:off x="378941" y="103145"/>
          <a:ext cx="8106032" cy="2294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raphique 8"/>
          <p:cNvGraphicFramePr/>
          <p:nvPr>
            <p:extLst>
              <p:ext uri="{D42A27DB-BD31-4B8C-83A1-F6EECF244321}">
                <p14:modId xmlns:p14="http://schemas.microsoft.com/office/powerpoint/2010/main" val="2534853391"/>
              </p:ext>
            </p:extLst>
          </p:nvPr>
        </p:nvGraphicFramePr>
        <p:xfrm>
          <a:off x="659028" y="2520529"/>
          <a:ext cx="8106031" cy="2183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826874"/>
            <a:ext cx="3218499" cy="331433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</p:spTree>
    <p:extLst>
      <p:ext uri="{BB962C8B-B14F-4D97-AF65-F5344CB8AC3E}">
        <p14:creationId xmlns:p14="http://schemas.microsoft.com/office/powerpoint/2010/main" val="405699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826874"/>
            <a:ext cx="3218499" cy="331433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683224-DB10-D269-2691-33DF96A9D29A}"/>
              </a:ext>
            </a:extLst>
          </p:cNvPr>
          <p:cNvSpPr txBox="1">
            <a:spLocks/>
          </p:cNvSpPr>
          <p:nvPr/>
        </p:nvSpPr>
        <p:spPr>
          <a:xfrm>
            <a:off x="0" y="518914"/>
            <a:ext cx="8756822" cy="28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</a:t>
            </a:r>
            <a:r>
              <a:rPr lang="fr-FR" sz="23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Les grandes réparations des deux premiers mois/année</a:t>
            </a:r>
            <a:b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</a:br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               </a:t>
            </a:r>
            <a:endParaRPr lang="en-US" sz="27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387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713"/>
            <a:ext cx="578703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Temps d‘arrêt Total : Train onduleur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496119" y="13119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2023</a:t>
            </a:r>
            <a:endParaRPr lang="en-US" sz="1375" dirty="0"/>
          </a:p>
        </p:txBody>
      </p:sp>
      <p:sp>
        <p:nvSpPr>
          <p:cNvPr id="4" name="Text 2"/>
          <p:cNvSpPr/>
          <p:nvPr/>
        </p:nvSpPr>
        <p:spPr>
          <a:xfrm>
            <a:off x="496119" y="1721936"/>
            <a:ext cx="2486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134 heures</a:t>
            </a:r>
            <a:endParaRPr lang="en-US" sz="1094" dirty="0"/>
          </a:p>
        </p:txBody>
      </p:sp>
      <p:sp>
        <p:nvSpPr>
          <p:cNvPr id="5" name="Text 3"/>
          <p:cNvSpPr/>
          <p:nvPr/>
        </p:nvSpPr>
        <p:spPr>
          <a:xfrm>
            <a:off x="3389635" y="13119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2024</a:t>
            </a:r>
            <a:endParaRPr lang="en-US" sz="1375" dirty="0"/>
          </a:p>
        </p:txBody>
      </p:sp>
      <p:sp>
        <p:nvSpPr>
          <p:cNvPr id="6" name="Text 4"/>
          <p:cNvSpPr/>
          <p:nvPr/>
        </p:nvSpPr>
        <p:spPr>
          <a:xfrm>
            <a:off x="3389635" y="1668850"/>
            <a:ext cx="2486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188 heures</a:t>
            </a:r>
            <a:endParaRPr lang="en-US" sz="1094" dirty="0"/>
          </a:p>
        </p:txBody>
      </p:sp>
      <p:sp>
        <p:nvSpPr>
          <p:cNvPr id="7" name="Text 5"/>
          <p:cNvSpPr/>
          <p:nvPr/>
        </p:nvSpPr>
        <p:spPr>
          <a:xfrm>
            <a:off x="6161559" y="13119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2025</a:t>
            </a:r>
            <a:endParaRPr lang="en-US" sz="1375" dirty="0"/>
          </a:p>
        </p:txBody>
      </p:sp>
      <p:sp>
        <p:nvSpPr>
          <p:cNvPr id="8" name="Text 6"/>
          <p:cNvSpPr/>
          <p:nvPr/>
        </p:nvSpPr>
        <p:spPr>
          <a:xfrm>
            <a:off x="6165800" y="1711838"/>
            <a:ext cx="2486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107 heures</a:t>
            </a:r>
            <a:endParaRPr lang="en-US" sz="1094" dirty="0"/>
          </a:p>
        </p:txBody>
      </p:sp>
      <p:sp>
        <p:nvSpPr>
          <p:cNvPr id="9" name="Text 7"/>
          <p:cNvSpPr/>
          <p:nvPr/>
        </p:nvSpPr>
        <p:spPr>
          <a:xfrm>
            <a:off x="495745" y="250090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 temps d'arrêt du train a culminé en 2024. Une réduction significative a été observée en 2025 suite </a:t>
            </a:r>
            <a:r>
              <a:rPr lang="fr-FR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principalement</a:t>
            </a: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au minimization des temps de pannes</a:t>
            </a:r>
            <a:endParaRPr lang="en-US" sz="1094" dirty="0"/>
          </a:p>
        </p:txBody>
      </p:sp>
      <p:graphicFrame>
        <p:nvGraphicFramePr>
          <p:cNvPr id="19" name="Graphique 18"/>
          <p:cNvGraphicFramePr/>
          <p:nvPr>
            <p:extLst>
              <p:ext uri="{D42A27DB-BD31-4B8C-83A1-F6EECF244321}">
                <p14:modId xmlns:p14="http://schemas.microsoft.com/office/powerpoint/2010/main" val="1353089433"/>
              </p:ext>
            </p:extLst>
          </p:nvPr>
        </p:nvGraphicFramePr>
        <p:xfrm>
          <a:off x="1382130" y="3091444"/>
          <a:ext cx="6096000" cy="1947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743492"/>
            <a:ext cx="3218499" cy="40000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grpSp>
        <p:nvGrpSpPr>
          <p:cNvPr id="12" name="Group 72">
            <a:extLst>
              <a:ext uri="{FF2B5EF4-FFF2-40B4-BE49-F238E27FC236}">
                <a16:creationId xmlns:a16="http://schemas.microsoft.com/office/drawing/2014/main" id="{62C02F7C-F297-4348-A8C5-BB041804615A}"/>
              </a:ext>
            </a:extLst>
          </p:cNvPr>
          <p:cNvGrpSpPr/>
          <p:nvPr/>
        </p:nvGrpSpPr>
        <p:grpSpPr>
          <a:xfrm>
            <a:off x="294938" y="1984192"/>
            <a:ext cx="1660862" cy="411764"/>
            <a:chOff x="7972805" y="654335"/>
            <a:chExt cx="3123427" cy="925244"/>
          </a:xfrm>
        </p:grpSpPr>
        <p:sp>
          <p:nvSpPr>
            <p:cNvPr id="13" name="Rounded Rectangle 171">
              <a:extLst>
                <a:ext uri="{FF2B5EF4-FFF2-40B4-BE49-F238E27FC236}">
                  <a16:creationId xmlns:a16="http://schemas.microsoft.com/office/drawing/2014/main" id="{4934A89C-D4BE-4220-B348-8A62B93A23FD}"/>
                </a:ext>
              </a:extLst>
            </p:cNvPr>
            <p:cNvSpPr/>
            <p:nvPr/>
          </p:nvSpPr>
          <p:spPr>
            <a:xfrm>
              <a:off x="7972805" y="654335"/>
              <a:ext cx="3123427" cy="815621"/>
            </a:xfrm>
            <a:prstGeom prst="roundRect">
              <a:avLst>
                <a:gd name="adj" fmla="val 10807"/>
              </a:avLst>
            </a:prstGeom>
            <a:gradFill flip="none" rotWithShape="1">
              <a:gsLst>
                <a:gs pos="0">
                  <a:schemeClr val="accent2"/>
                </a:gs>
                <a:gs pos="53000">
                  <a:schemeClr val="accent4"/>
                </a:gs>
                <a:gs pos="100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4" name="TextBox 74">
              <a:extLst>
                <a:ext uri="{FF2B5EF4-FFF2-40B4-BE49-F238E27FC236}">
                  <a16:creationId xmlns:a16="http://schemas.microsoft.com/office/drawing/2014/main" id="{FD78E4B3-26E7-4278-9CFE-02888E363947}"/>
                </a:ext>
              </a:extLst>
            </p:cNvPr>
            <p:cNvSpPr txBox="1"/>
            <p:nvPr/>
          </p:nvSpPr>
          <p:spPr>
            <a:xfrm>
              <a:off x="9407053" y="777978"/>
              <a:ext cx="1563752" cy="576463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>
                <a:lnSpc>
                  <a:spcPts val="1840"/>
                </a:lnSpc>
              </a:pPr>
              <a:r>
                <a:rPr lang="en-US" sz="1000" b="1" dirty="0">
                  <a:effectLst>
                    <a:glow>
                      <a:srgbClr val="FF3399">
                        <a:alpha val="24000"/>
                      </a:srgbClr>
                    </a:glow>
                  </a:effectLst>
                </a:rPr>
                <a:t>Réalisé/objectf</a:t>
              </a:r>
            </a:p>
          </p:txBody>
        </p:sp>
        <p:sp>
          <p:nvSpPr>
            <p:cNvPr id="15" name="TextBox 75">
              <a:extLst>
                <a:ext uri="{FF2B5EF4-FFF2-40B4-BE49-F238E27FC236}">
                  <a16:creationId xmlns:a16="http://schemas.microsoft.com/office/drawing/2014/main" id="{C5E043B8-98F6-4E23-84A7-25DBE81F0F48}"/>
                </a:ext>
              </a:extLst>
            </p:cNvPr>
            <p:cNvSpPr txBox="1"/>
            <p:nvPr/>
          </p:nvSpPr>
          <p:spPr>
            <a:xfrm>
              <a:off x="8161280" y="761518"/>
              <a:ext cx="968059" cy="81806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ctr"/>
              <a:endParaRPr lang="en-US" sz="2400" spc="4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cxnSp>
          <p:nvCxnSpPr>
            <p:cNvPr id="16" name="Straight Connector 76">
              <a:extLst>
                <a:ext uri="{FF2B5EF4-FFF2-40B4-BE49-F238E27FC236}">
                  <a16:creationId xmlns:a16="http://schemas.microsoft.com/office/drawing/2014/main" id="{B65FFCDA-FCE0-42D4-95F5-6F4F68D8436C}"/>
                </a:ext>
              </a:extLst>
            </p:cNvPr>
            <p:cNvCxnSpPr>
              <a:cxnSpLocks/>
            </p:cNvCxnSpPr>
            <p:nvPr/>
          </p:nvCxnSpPr>
          <p:spPr>
            <a:xfrm>
              <a:off x="9243970" y="874080"/>
              <a:ext cx="0" cy="376130"/>
            </a:xfrm>
            <a:prstGeom prst="line">
              <a:avLst/>
            </a:prstGeom>
            <a:ln w="127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72">
            <a:extLst>
              <a:ext uri="{FF2B5EF4-FFF2-40B4-BE49-F238E27FC236}">
                <a16:creationId xmlns:a16="http://schemas.microsoft.com/office/drawing/2014/main" id="{9C6281FB-59C1-4DB8-893B-36BFCC5B7430}"/>
              </a:ext>
            </a:extLst>
          </p:cNvPr>
          <p:cNvGrpSpPr/>
          <p:nvPr/>
        </p:nvGrpSpPr>
        <p:grpSpPr>
          <a:xfrm>
            <a:off x="2982442" y="1984191"/>
            <a:ext cx="1660862" cy="411764"/>
            <a:chOff x="7972805" y="654335"/>
            <a:chExt cx="3123427" cy="925244"/>
          </a:xfrm>
        </p:grpSpPr>
        <p:sp>
          <p:nvSpPr>
            <p:cNvPr id="18" name="Rounded Rectangle 171">
              <a:extLst>
                <a:ext uri="{FF2B5EF4-FFF2-40B4-BE49-F238E27FC236}">
                  <a16:creationId xmlns:a16="http://schemas.microsoft.com/office/drawing/2014/main" id="{B8348894-5EE1-462A-8D70-BEEF69659C8B}"/>
                </a:ext>
              </a:extLst>
            </p:cNvPr>
            <p:cNvSpPr/>
            <p:nvPr/>
          </p:nvSpPr>
          <p:spPr>
            <a:xfrm>
              <a:off x="7972805" y="654335"/>
              <a:ext cx="3123427" cy="815621"/>
            </a:xfrm>
            <a:prstGeom prst="roundRect">
              <a:avLst>
                <a:gd name="adj" fmla="val 10807"/>
              </a:avLst>
            </a:prstGeom>
            <a:gradFill flip="none" rotWithShape="1">
              <a:gsLst>
                <a:gs pos="0">
                  <a:schemeClr val="accent2"/>
                </a:gs>
                <a:gs pos="53000">
                  <a:schemeClr val="accent4"/>
                </a:gs>
                <a:gs pos="100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0" name="TextBox 74">
              <a:extLst>
                <a:ext uri="{FF2B5EF4-FFF2-40B4-BE49-F238E27FC236}">
                  <a16:creationId xmlns:a16="http://schemas.microsoft.com/office/drawing/2014/main" id="{BDD1FFEC-AFBB-465B-99A8-19BA125F3807}"/>
                </a:ext>
              </a:extLst>
            </p:cNvPr>
            <p:cNvSpPr txBox="1"/>
            <p:nvPr/>
          </p:nvSpPr>
          <p:spPr>
            <a:xfrm>
              <a:off x="9384460" y="933740"/>
              <a:ext cx="1563753" cy="50378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>
                <a:lnSpc>
                  <a:spcPts val="1840"/>
                </a:lnSpc>
              </a:pPr>
              <a:endParaRPr lang="en-US" sz="1100" b="1" dirty="0"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sp>
          <p:nvSpPr>
            <p:cNvPr id="21" name="TextBox 75">
              <a:extLst>
                <a:ext uri="{FF2B5EF4-FFF2-40B4-BE49-F238E27FC236}">
                  <a16:creationId xmlns:a16="http://schemas.microsoft.com/office/drawing/2014/main" id="{5B68956F-EF1F-4F25-B40C-F4320981AEEB}"/>
                </a:ext>
              </a:extLst>
            </p:cNvPr>
            <p:cNvSpPr txBox="1"/>
            <p:nvPr/>
          </p:nvSpPr>
          <p:spPr>
            <a:xfrm>
              <a:off x="8161280" y="761518"/>
              <a:ext cx="968059" cy="81806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ctr"/>
              <a:endParaRPr lang="en-US" sz="2400" spc="4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cxnSp>
          <p:nvCxnSpPr>
            <p:cNvPr id="22" name="Straight Connector 76">
              <a:extLst>
                <a:ext uri="{FF2B5EF4-FFF2-40B4-BE49-F238E27FC236}">
                  <a16:creationId xmlns:a16="http://schemas.microsoft.com/office/drawing/2014/main" id="{562A3414-88A1-44BE-86B7-81B5A3742279}"/>
                </a:ext>
              </a:extLst>
            </p:cNvPr>
            <p:cNvCxnSpPr>
              <a:cxnSpLocks/>
            </p:cNvCxnSpPr>
            <p:nvPr/>
          </p:nvCxnSpPr>
          <p:spPr>
            <a:xfrm>
              <a:off x="9243970" y="874080"/>
              <a:ext cx="0" cy="376130"/>
            </a:xfrm>
            <a:prstGeom prst="line">
              <a:avLst/>
            </a:prstGeom>
            <a:ln w="127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72">
            <a:extLst>
              <a:ext uri="{FF2B5EF4-FFF2-40B4-BE49-F238E27FC236}">
                <a16:creationId xmlns:a16="http://schemas.microsoft.com/office/drawing/2014/main" id="{F43F2080-8719-4192-9CE1-D5FB2698CAF1}"/>
              </a:ext>
            </a:extLst>
          </p:cNvPr>
          <p:cNvGrpSpPr/>
          <p:nvPr/>
        </p:nvGrpSpPr>
        <p:grpSpPr>
          <a:xfrm>
            <a:off x="5871343" y="1984191"/>
            <a:ext cx="1660862" cy="411764"/>
            <a:chOff x="7972805" y="654335"/>
            <a:chExt cx="3123427" cy="925244"/>
          </a:xfrm>
        </p:grpSpPr>
        <p:sp>
          <p:nvSpPr>
            <p:cNvPr id="24" name="Rounded Rectangle 171">
              <a:extLst>
                <a:ext uri="{FF2B5EF4-FFF2-40B4-BE49-F238E27FC236}">
                  <a16:creationId xmlns:a16="http://schemas.microsoft.com/office/drawing/2014/main" id="{7BB21C8F-3920-4B2F-9BD4-9FF66AFE86F7}"/>
                </a:ext>
              </a:extLst>
            </p:cNvPr>
            <p:cNvSpPr/>
            <p:nvPr/>
          </p:nvSpPr>
          <p:spPr>
            <a:xfrm>
              <a:off x="7972805" y="654335"/>
              <a:ext cx="3123427" cy="815621"/>
            </a:xfrm>
            <a:prstGeom prst="roundRect">
              <a:avLst>
                <a:gd name="adj" fmla="val 10807"/>
              </a:avLst>
            </a:prstGeom>
            <a:gradFill flip="none" rotWithShape="1">
              <a:gsLst>
                <a:gs pos="0">
                  <a:schemeClr val="accent2"/>
                </a:gs>
                <a:gs pos="53000">
                  <a:schemeClr val="accent4"/>
                </a:gs>
                <a:gs pos="100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5" name="TextBox 74">
              <a:extLst>
                <a:ext uri="{FF2B5EF4-FFF2-40B4-BE49-F238E27FC236}">
                  <a16:creationId xmlns:a16="http://schemas.microsoft.com/office/drawing/2014/main" id="{9A084BCD-C083-4916-B3C4-2217D4C7A23E}"/>
                </a:ext>
              </a:extLst>
            </p:cNvPr>
            <p:cNvSpPr txBox="1"/>
            <p:nvPr/>
          </p:nvSpPr>
          <p:spPr>
            <a:xfrm>
              <a:off x="9384460" y="933740"/>
              <a:ext cx="1563753" cy="50378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>
                <a:lnSpc>
                  <a:spcPts val="1840"/>
                </a:lnSpc>
              </a:pPr>
              <a:endParaRPr lang="en-US" sz="1100" b="1" dirty="0"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sp>
          <p:nvSpPr>
            <p:cNvPr id="26" name="TextBox 75">
              <a:extLst>
                <a:ext uri="{FF2B5EF4-FFF2-40B4-BE49-F238E27FC236}">
                  <a16:creationId xmlns:a16="http://schemas.microsoft.com/office/drawing/2014/main" id="{83B95BEF-B306-4A63-BB3E-DD07E5773D4F}"/>
                </a:ext>
              </a:extLst>
            </p:cNvPr>
            <p:cNvSpPr txBox="1"/>
            <p:nvPr/>
          </p:nvSpPr>
          <p:spPr>
            <a:xfrm>
              <a:off x="8161280" y="761518"/>
              <a:ext cx="968059" cy="81806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ctr"/>
              <a:endParaRPr lang="en-US" sz="2400" spc="4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cxnSp>
          <p:nvCxnSpPr>
            <p:cNvPr id="27" name="Straight Connector 76">
              <a:extLst>
                <a:ext uri="{FF2B5EF4-FFF2-40B4-BE49-F238E27FC236}">
                  <a16:creationId xmlns:a16="http://schemas.microsoft.com/office/drawing/2014/main" id="{B9EC4F6A-3CAC-4E31-89CA-AE4374C835CA}"/>
                </a:ext>
              </a:extLst>
            </p:cNvPr>
            <p:cNvCxnSpPr>
              <a:cxnSpLocks/>
            </p:cNvCxnSpPr>
            <p:nvPr/>
          </p:nvCxnSpPr>
          <p:spPr>
            <a:xfrm>
              <a:off x="9243970" y="874080"/>
              <a:ext cx="0" cy="376130"/>
            </a:xfrm>
            <a:prstGeom prst="line">
              <a:avLst/>
            </a:prstGeom>
            <a:ln w="127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74">
            <a:extLst>
              <a:ext uri="{FF2B5EF4-FFF2-40B4-BE49-F238E27FC236}">
                <a16:creationId xmlns:a16="http://schemas.microsoft.com/office/drawing/2014/main" id="{45FBD0FF-4E7D-4C45-AD7E-E634D356B5EB}"/>
              </a:ext>
            </a:extLst>
          </p:cNvPr>
          <p:cNvSpPr txBox="1"/>
          <p:nvPr/>
        </p:nvSpPr>
        <p:spPr>
          <a:xfrm>
            <a:off x="3737968" y="2047625"/>
            <a:ext cx="831515" cy="256545"/>
          </a:xfrm>
          <a:prstGeom prst="rect">
            <a:avLst/>
          </a:prstGeom>
          <a:noFill/>
        </p:spPr>
        <p:txBody>
          <a:bodyPr wrap="square" lIns="0" tIns="0" rIns="0" bIns="46800" rtlCol="0">
            <a:spAutoFit/>
          </a:bodyPr>
          <a:lstStyle/>
          <a:p>
            <a:pPr>
              <a:lnSpc>
                <a:spcPts val="1840"/>
              </a:lnSpc>
            </a:pPr>
            <a:r>
              <a:rPr lang="en-US" sz="10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Réalisé/objectf</a:t>
            </a:r>
          </a:p>
        </p:txBody>
      </p:sp>
      <p:sp>
        <p:nvSpPr>
          <p:cNvPr id="34" name="TextBox 74">
            <a:extLst>
              <a:ext uri="{FF2B5EF4-FFF2-40B4-BE49-F238E27FC236}">
                <a16:creationId xmlns:a16="http://schemas.microsoft.com/office/drawing/2014/main" id="{B23F0A8B-3682-4218-8DC5-C205060326AD}"/>
              </a:ext>
            </a:extLst>
          </p:cNvPr>
          <p:cNvSpPr txBox="1"/>
          <p:nvPr/>
        </p:nvSpPr>
        <p:spPr>
          <a:xfrm>
            <a:off x="6608233" y="2027179"/>
            <a:ext cx="831515" cy="256545"/>
          </a:xfrm>
          <a:prstGeom prst="rect">
            <a:avLst/>
          </a:prstGeom>
          <a:noFill/>
        </p:spPr>
        <p:txBody>
          <a:bodyPr wrap="square" lIns="0" tIns="0" rIns="0" bIns="46800" rtlCol="0">
            <a:spAutoFit/>
          </a:bodyPr>
          <a:lstStyle/>
          <a:p>
            <a:pPr>
              <a:lnSpc>
                <a:spcPts val="1840"/>
              </a:lnSpc>
            </a:pPr>
            <a:r>
              <a:rPr lang="en-US" sz="10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Réalisé/objectf</a:t>
            </a:r>
          </a:p>
        </p:txBody>
      </p:sp>
    </p:spTree>
    <p:extLst>
      <p:ext uri="{BB962C8B-B14F-4D97-AF65-F5344CB8AC3E}">
        <p14:creationId xmlns:p14="http://schemas.microsoft.com/office/powerpoint/2010/main" val="137318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0356" y="767172"/>
            <a:ext cx="5083601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Temps d‘arrêt total  : Machines MARTIN et BOBST</a:t>
            </a:r>
            <a:endParaRPr lang="en-US" sz="2781" dirty="0"/>
          </a:p>
        </p:txBody>
      </p:sp>
      <p:sp>
        <p:nvSpPr>
          <p:cNvPr id="4" name="Shape 1"/>
          <p:cNvSpPr/>
          <p:nvPr/>
        </p:nvSpPr>
        <p:spPr>
          <a:xfrm>
            <a:off x="3925119" y="2200052"/>
            <a:ext cx="4722763" cy="1228874"/>
          </a:xfrm>
          <a:prstGeom prst="roundRect">
            <a:avLst>
              <a:gd name="adj" fmla="val 48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2" y="2204815"/>
            <a:ext cx="4713238" cy="4064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071789" y="2294632"/>
            <a:ext cx="8923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Machine</a:t>
            </a:r>
            <a:endParaRPr lang="en-US" sz="1094" dirty="0"/>
          </a:p>
        </p:txBody>
      </p:sp>
      <p:sp>
        <p:nvSpPr>
          <p:cNvPr id="7" name="Text 4"/>
          <p:cNvSpPr/>
          <p:nvPr/>
        </p:nvSpPr>
        <p:spPr>
          <a:xfrm>
            <a:off x="5252443" y="2294632"/>
            <a:ext cx="8899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2023</a:t>
            </a:r>
            <a:endParaRPr lang="en-US" sz="1094" dirty="0"/>
          </a:p>
        </p:txBody>
      </p:sp>
      <p:sp>
        <p:nvSpPr>
          <p:cNvPr id="8" name="Text 5"/>
          <p:cNvSpPr/>
          <p:nvPr/>
        </p:nvSpPr>
        <p:spPr>
          <a:xfrm>
            <a:off x="6430715" y="2294632"/>
            <a:ext cx="8899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2024</a:t>
            </a:r>
            <a:endParaRPr lang="en-US" sz="1094" dirty="0"/>
          </a:p>
        </p:txBody>
      </p:sp>
      <p:sp>
        <p:nvSpPr>
          <p:cNvPr id="9" name="Text 6"/>
          <p:cNvSpPr/>
          <p:nvPr/>
        </p:nvSpPr>
        <p:spPr>
          <a:xfrm>
            <a:off x="7608987" y="2294632"/>
            <a:ext cx="8923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2025</a:t>
            </a:r>
            <a:endParaRPr lang="en-US" sz="1094" dirty="0"/>
          </a:p>
        </p:txBody>
      </p:sp>
      <p:sp>
        <p:nvSpPr>
          <p:cNvPr id="10" name="Shape 7"/>
          <p:cNvSpPr/>
          <p:nvPr/>
        </p:nvSpPr>
        <p:spPr>
          <a:xfrm>
            <a:off x="3929882" y="2611264"/>
            <a:ext cx="4713238" cy="4064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071789" y="2701082"/>
            <a:ext cx="8923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MARTIN</a:t>
            </a:r>
            <a:endParaRPr lang="en-US" sz="1094" dirty="0"/>
          </a:p>
        </p:txBody>
      </p:sp>
      <p:sp>
        <p:nvSpPr>
          <p:cNvPr id="12" name="Text 9"/>
          <p:cNvSpPr/>
          <p:nvPr/>
        </p:nvSpPr>
        <p:spPr>
          <a:xfrm>
            <a:off x="5252443" y="2701082"/>
            <a:ext cx="8899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157 heures</a:t>
            </a:r>
            <a:endParaRPr lang="en-US" sz="1094" dirty="0"/>
          </a:p>
        </p:txBody>
      </p:sp>
      <p:sp>
        <p:nvSpPr>
          <p:cNvPr id="13" name="Text 10"/>
          <p:cNvSpPr/>
          <p:nvPr/>
        </p:nvSpPr>
        <p:spPr>
          <a:xfrm>
            <a:off x="6430715" y="2701082"/>
            <a:ext cx="8899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126 heures</a:t>
            </a:r>
            <a:endParaRPr lang="en-US" sz="1094" dirty="0"/>
          </a:p>
        </p:txBody>
      </p:sp>
      <p:sp>
        <p:nvSpPr>
          <p:cNvPr id="14" name="Text 11"/>
          <p:cNvSpPr/>
          <p:nvPr/>
        </p:nvSpPr>
        <p:spPr>
          <a:xfrm>
            <a:off x="7608987" y="2701082"/>
            <a:ext cx="8923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95 heures</a:t>
            </a:r>
            <a:endParaRPr lang="en-US" sz="1094" dirty="0"/>
          </a:p>
        </p:txBody>
      </p:sp>
      <p:sp>
        <p:nvSpPr>
          <p:cNvPr id="15" name="Shape 12"/>
          <p:cNvSpPr/>
          <p:nvPr/>
        </p:nvSpPr>
        <p:spPr>
          <a:xfrm>
            <a:off x="3929882" y="3017714"/>
            <a:ext cx="4713238" cy="4064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071789" y="3107532"/>
            <a:ext cx="8923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BOBST</a:t>
            </a:r>
            <a:endParaRPr lang="en-US" sz="1094" dirty="0"/>
          </a:p>
        </p:txBody>
      </p:sp>
      <p:sp>
        <p:nvSpPr>
          <p:cNvPr id="17" name="Text 14"/>
          <p:cNvSpPr/>
          <p:nvPr/>
        </p:nvSpPr>
        <p:spPr>
          <a:xfrm>
            <a:off x="5252443" y="3107532"/>
            <a:ext cx="8899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103 heures</a:t>
            </a:r>
            <a:endParaRPr lang="en-US" sz="1094" dirty="0"/>
          </a:p>
        </p:txBody>
      </p:sp>
      <p:sp>
        <p:nvSpPr>
          <p:cNvPr id="18" name="Text 15"/>
          <p:cNvSpPr/>
          <p:nvPr/>
        </p:nvSpPr>
        <p:spPr>
          <a:xfrm>
            <a:off x="6430715" y="3107532"/>
            <a:ext cx="8899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120 heures</a:t>
            </a:r>
            <a:endParaRPr lang="en-US" sz="1094" dirty="0"/>
          </a:p>
        </p:txBody>
      </p:sp>
      <p:sp>
        <p:nvSpPr>
          <p:cNvPr id="19" name="Text 16"/>
          <p:cNvSpPr/>
          <p:nvPr/>
        </p:nvSpPr>
        <p:spPr>
          <a:xfrm>
            <a:off x="7608987" y="3107532"/>
            <a:ext cx="8923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65 heures</a:t>
            </a:r>
            <a:endParaRPr lang="en-US" sz="1094" dirty="0"/>
          </a:p>
        </p:txBody>
      </p:sp>
      <p:sp>
        <p:nvSpPr>
          <p:cNvPr id="20" name="Text 17"/>
          <p:cNvSpPr/>
          <p:nvPr/>
        </p:nvSpPr>
        <p:spPr>
          <a:xfrm>
            <a:off x="3920357" y="364152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machine MARTIN montre une amélioration continue. La machine BOBST a des fluctuations plus </a:t>
            </a:r>
            <a:r>
              <a:rPr lang="fr-FR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importantes</a:t>
            </a: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743492"/>
            <a:ext cx="3218499" cy="40000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78491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865361"/>
            <a:ext cx="5054124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Temps d‘arrêt Machine LMC : 2024-2025</a:t>
            </a:r>
            <a:endParaRPr lang="en-US" sz="278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63936"/>
            <a:ext cx="708794" cy="8505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46514" y="21056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2024</a:t>
            </a:r>
            <a:endParaRPr lang="en-US" sz="1375" dirty="0"/>
          </a:p>
        </p:txBody>
      </p:sp>
      <p:sp>
        <p:nvSpPr>
          <p:cNvPr id="6" name="Text 2"/>
          <p:cNvSpPr/>
          <p:nvPr/>
        </p:nvSpPr>
        <p:spPr>
          <a:xfrm>
            <a:off x="4846514" y="2412207"/>
            <a:ext cx="380136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144 heures</a:t>
            </a:r>
            <a:endParaRPr lang="en-US" sz="1094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814489"/>
            <a:ext cx="708794" cy="8505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46514" y="29562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2025</a:t>
            </a:r>
            <a:endParaRPr lang="en-US" sz="1375" dirty="0"/>
          </a:p>
        </p:txBody>
      </p:sp>
      <p:sp>
        <p:nvSpPr>
          <p:cNvPr id="9" name="Text 4"/>
          <p:cNvSpPr/>
          <p:nvPr/>
        </p:nvSpPr>
        <p:spPr>
          <a:xfrm>
            <a:off x="4846514" y="3262759"/>
            <a:ext cx="380136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166 heures</a:t>
            </a:r>
            <a:endParaRPr lang="en-US" sz="1094" dirty="0"/>
          </a:p>
        </p:txBody>
      </p:sp>
      <p:sp>
        <p:nvSpPr>
          <p:cNvPr id="10" name="Text 5"/>
          <p:cNvSpPr/>
          <p:nvPr/>
        </p:nvSpPr>
        <p:spPr>
          <a:xfrm>
            <a:off x="3925119" y="382451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LMC </a:t>
            </a:r>
            <a:r>
              <a:rPr lang="fr-FR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montre une augmentation des temps d'arrêt en 2025 qui est dû essentiellement à l’augmentation des nombres et du durée de mise en train</a:t>
            </a:r>
            <a:endParaRPr lang="fr-FR" sz="1094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743492"/>
            <a:ext cx="3218499" cy="40000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78491" cy="5172075"/>
          </a:xfrm>
          <a:prstGeom prst="rect">
            <a:avLst/>
          </a:prstGeom>
        </p:spPr>
      </p:pic>
      <p:grpSp>
        <p:nvGrpSpPr>
          <p:cNvPr id="13" name="Group 72">
            <a:extLst>
              <a:ext uri="{FF2B5EF4-FFF2-40B4-BE49-F238E27FC236}">
                <a16:creationId xmlns:a16="http://schemas.microsoft.com/office/drawing/2014/main" id="{5EE975B5-ADBB-48BA-BE4A-63D12E3C290E}"/>
              </a:ext>
            </a:extLst>
          </p:cNvPr>
          <p:cNvGrpSpPr/>
          <p:nvPr/>
        </p:nvGrpSpPr>
        <p:grpSpPr>
          <a:xfrm>
            <a:off x="6136938" y="2089398"/>
            <a:ext cx="1660862" cy="411764"/>
            <a:chOff x="7972805" y="654335"/>
            <a:chExt cx="3123427" cy="925244"/>
          </a:xfrm>
        </p:grpSpPr>
        <p:sp>
          <p:nvSpPr>
            <p:cNvPr id="14" name="Rounded Rectangle 171">
              <a:extLst>
                <a:ext uri="{FF2B5EF4-FFF2-40B4-BE49-F238E27FC236}">
                  <a16:creationId xmlns:a16="http://schemas.microsoft.com/office/drawing/2014/main" id="{1A5FD2EB-96DF-4FF9-9F1E-DD9D76C3DDE7}"/>
                </a:ext>
              </a:extLst>
            </p:cNvPr>
            <p:cNvSpPr/>
            <p:nvPr/>
          </p:nvSpPr>
          <p:spPr>
            <a:xfrm>
              <a:off x="7972805" y="654335"/>
              <a:ext cx="3123427" cy="815621"/>
            </a:xfrm>
            <a:prstGeom prst="roundRect">
              <a:avLst>
                <a:gd name="adj" fmla="val 10807"/>
              </a:avLst>
            </a:prstGeom>
            <a:gradFill flip="none" rotWithShape="1">
              <a:gsLst>
                <a:gs pos="0">
                  <a:schemeClr val="accent2"/>
                </a:gs>
                <a:gs pos="53000">
                  <a:schemeClr val="accent4"/>
                </a:gs>
                <a:gs pos="100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5" name="TextBox 74">
              <a:extLst>
                <a:ext uri="{FF2B5EF4-FFF2-40B4-BE49-F238E27FC236}">
                  <a16:creationId xmlns:a16="http://schemas.microsoft.com/office/drawing/2014/main" id="{514931F9-A5B6-4144-BB92-E2F96BE7C395}"/>
                </a:ext>
              </a:extLst>
            </p:cNvPr>
            <p:cNvSpPr txBox="1"/>
            <p:nvPr/>
          </p:nvSpPr>
          <p:spPr>
            <a:xfrm>
              <a:off x="9384460" y="933740"/>
              <a:ext cx="1563753" cy="50378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>
                <a:lnSpc>
                  <a:spcPts val="1840"/>
                </a:lnSpc>
              </a:pPr>
              <a:endParaRPr lang="en-US" sz="1100" b="1" dirty="0"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sp>
          <p:nvSpPr>
            <p:cNvPr id="16" name="TextBox 75">
              <a:extLst>
                <a:ext uri="{FF2B5EF4-FFF2-40B4-BE49-F238E27FC236}">
                  <a16:creationId xmlns:a16="http://schemas.microsoft.com/office/drawing/2014/main" id="{0C5DF5AD-F272-483B-A0AB-F5F290B2AC81}"/>
                </a:ext>
              </a:extLst>
            </p:cNvPr>
            <p:cNvSpPr txBox="1"/>
            <p:nvPr/>
          </p:nvSpPr>
          <p:spPr>
            <a:xfrm>
              <a:off x="8161280" y="761518"/>
              <a:ext cx="968059" cy="81806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ctr"/>
              <a:endParaRPr lang="en-US" sz="2400" spc="4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cxnSp>
          <p:nvCxnSpPr>
            <p:cNvPr id="17" name="Straight Connector 76">
              <a:extLst>
                <a:ext uri="{FF2B5EF4-FFF2-40B4-BE49-F238E27FC236}">
                  <a16:creationId xmlns:a16="http://schemas.microsoft.com/office/drawing/2014/main" id="{2E7721C9-24AE-4AC8-9AA5-0C4DB6830A06}"/>
                </a:ext>
              </a:extLst>
            </p:cNvPr>
            <p:cNvCxnSpPr>
              <a:cxnSpLocks/>
            </p:cNvCxnSpPr>
            <p:nvPr/>
          </p:nvCxnSpPr>
          <p:spPr>
            <a:xfrm>
              <a:off x="9243970" y="874080"/>
              <a:ext cx="0" cy="376130"/>
            </a:xfrm>
            <a:prstGeom prst="line">
              <a:avLst/>
            </a:prstGeom>
            <a:ln w="127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72">
            <a:extLst>
              <a:ext uri="{FF2B5EF4-FFF2-40B4-BE49-F238E27FC236}">
                <a16:creationId xmlns:a16="http://schemas.microsoft.com/office/drawing/2014/main" id="{EC918F98-106D-42B6-B944-FD3460BF7B3E}"/>
              </a:ext>
            </a:extLst>
          </p:cNvPr>
          <p:cNvGrpSpPr/>
          <p:nvPr/>
        </p:nvGrpSpPr>
        <p:grpSpPr>
          <a:xfrm>
            <a:off x="6136938" y="3001389"/>
            <a:ext cx="1660862" cy="411764"/>
            <a:chOff x="7972805" y="654335"/>
            <a:chExt cx="3123427" cy="925244"/>
          </a:xfrm>
        </p:grpSpPr>
        <p:sp>
          <p:nvSpPr>
            <p:cNvPr id="19" name="Rounded Rectangle 171">
              <a:extLst>
                <a:ext uri="{FF2B5EF4-FFF2-40B4-BE49-F238E27FC236}">
                  <a16:creationId xmlns:a16="http://schemas.microsoft.com/office/drawing/2014/main" id="{D8C6AF19-7E97-4746-BF08-6D19F7FBF3C3}"/>
                </a:ext>
              </a:extLst>
            </p:cNvPr>
            <p:cNvSpPr/>
            <p:nvPr/>
          </p:nvSpPr>
          <p:spPr>
            <a:xfrm>
              <a:off x="7972805" y="654335"/>
              <a:ext cx="3123427" cy="815621"/>
            </a:xfrm>
            <a:prstGeom prst="roundRect">
              <a:avLst>
                <a:gd name="adj" fmla="val 10807"/>
              </a:avLst>
            </a:prstGeom>
            <a:gradFill flip="none" rotWithShape="1">
              <a:gsLst>
                <a:gs pos="0">
                  <a:schemeClr val="accent2"/>
                </a:gs>
                <a:gs pos="53000">
                  <a:schemeClr val="accent4"/>
                </a:gs>
                <a:gs pos="100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0" name="TextBox 74">
              <a:extLst>
                <a:ext uri="{FF2B5EF4-FFF2-40B4-BE49-F238E27FC236}">
                  <a16:creationId xmlns:a16="http://schemas.microsoft.com/office/drawing/2014/main" id="{4353196E-192C-4082-BDC6-43C045E492FE}"/>
                </a:ext>
              </a:extLst>
            </p:cNvPr>
            <p:cNvSpPr txBox="1"/>
            <p:nvPr/>
          </p:nvSpPr>
          <p:spPr>
            <a:xfrm>
              <a:off x="9384460" y="933740"/>
              <a:ext cx="1563753" cy="50378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>
                <a:lnSpc>
                  <a:spcPts val="1840"/>
                </a:lnSpc>
              </a:pPr>
              <a:endParaRPr lang="en-US" sz="1100" b="1" dirty="0"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sp>
          <p:nvSpPr>
            <p:cNvPr id="21" name="TextBox 75">
              <a:extLst>
                <a:ext uri="{FF2B5EF4-FFF2-40B4-BE49-F238E27FC236}">
                  <a16:creationId xmlns:a16="http://schemas.microsoft.com/office/drawing/2014/main" id="{B6C0B40C-F68C-4EE6-92C6-0C8437675FB9}"/>
                </a:ext>
              </a:extLst>
            </p:cNvPr>
            <p:cNvSpPr txBox="1"/>
            <p:nvPr/>
          </p:nvSpPr>
          <p:spPr>
            <a:xfrm>
              <a:off x="8161280" y="761518"/>
              <a:ext cx="968059" cy="818061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ctr"/>
              <a:endParaRPr lang="en-US" sz="2400" spc="4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</a:endParaRPr>
            </a:p>
          </p:txBody>
        </p:sp>
        <p:cxnSp>
          <p:nvCxnSpPr>
            <p:cNvPr id="22" name="Straight Connector 76">
              <a:extLst>
                <a:ext uri="{FF2B5EF4-FFF2-40B4-BE49-F238E27FC236}">
                  <a16:creationId xmlns:a16="http://schemas.microsoft.com/office/drawing/2014/main" id="{5DE586B2-9634-4BBB-9AF7-512ADE4D62A1}"/>
                </a:ext>
              </a:extLst>
            </p:cNvPr>
            <p:cNvCxnSpPr>
              <a:cxnSpLocks/>
            </p:cNvCxnSpPr>
            <p:nvPr/>
          </p:nvCxnSpPr>
          <p:spPr>
            <a:xfrm>
              <a:off x="9243970" y="874080"/>
              <a:ext cx="0" cy="376130"/>
            </a:xfrm>
            <a:prstGeom prst="line">
              <a:avLst/>
            </a:prstGeom>
            <a:ln w="127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219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95220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Analyse des Temps d‘arrêt : EMBA et GOPFERT</a:t>
            </a:r>
            <a:endParaRPr lang="en-US" sz="2781" dirty="0"/>
          </a:p>
        </p:txBody>
      </p:sp>
      <p:sp>
        <p:nvSpPr>
          <p:cNvPr id="4" name="Shape 1"/>
          <p:cNvSpPr/>
          <p:nvPr/>
        </p:nvSpPr>
        <p:spPr>
          <a:xfrm>
            <a:off x="3925119" y="221024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5817" y="2210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EMBA</a:t>
            </a:r>
            <a:endParaRPr lang="en-US" sz="1375" dirty="0"/>
          </a:p>
        </p:txBody>
      </p:sp>
      <p:sp>
        <p:nvSpPr>
          <p:cNvPr id="6" name="Text 3"/>
          <p:cNvSpPr/>
          <p:nvPr/>
        </p:nvSpPr>
        <p:spPr>
          <a:xfrm>
            <a:off x="4385816" y="2516759"/>
            <a:ext cx="42620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Réduction drastique en 2025 (35h). Amélioration significative</a:t>
            </a:r>
            <a:endParaRPr lang="en-US" sz="1094" dirty="0"/>
          </a:p>
        </p:txBody>
      </p:sp>
      <p:sp>
        <p:nvSpPr>
          <p:cNvPr id="7" name="Shape 4"/>
          <p:cNvSpPr/>
          <p:nvPr/>
        </p:nvSpPr>
        <p:spPr>
          <a:xfrm>
            <a:off x="3925119" y="304480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5817" y="30448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GOPFERT</a:t>
            </a:r>
            <a:endParaRPr lang="en-US" sz="1375" dirty="0"/>
          </a:p>
        </p:txBody>
      </p:sp>
      <p:sp>
        <p:nvSpPr>
          <p:cNvPr id="9" name="Text 6"/>
          <p:cNvSpPr/>
          <p:nvPr/>
        </p:nvSpPr>
        <p:spPr>
          <a:xfrm>
            <a:off x="4385816" y="3351312"/>
            <a:ext cx="42620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Baisse constante des temps d'arrêt.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177h en 2023 ,</a:t>
            </a:r>
            <a:endParaRPr lang="en-US" sz="1094" dirty="0"/>
          </a:p>
        </p:txBody>
      </p:sp>
      <p:sp>
        <p:nvSpPr>
          <p:cNvPr id="10" name="Text 7"/>
          <p:cNvSpPr/>
          <p:nvPr/>
        </p:nvSpPr>
        <p:spPr>
          <a:xfrm>
            <a:off x="3925118" y="422628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Les machines EMBA et GOPFERT affichent une tendance positive.</a:t>
            </a:r>
          </a:p>
          <a:p>
            <a:pPr>
              <a:lnSpc>
                <a:spcPts val="1781"/>
              </a:lnSpc>
            </a:pPr>
            <a:endParaRPr lang="en-US" sz="1094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78491" cy="5172075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4311675" y="2704182"/>
            <a:ext cx="3168281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(206h en 2023</a:t>
            </a:r>
            <a:r>
              <a:rPr lang="en-US" sz="1050" dirty="0">
                <a:ea typeface="Arimo" pitchFamily="34" charset="-122"/>
              </a:rPr>
              <a:t> </a:t>
            </a:r>
            <a:r>
              <a:rPr lang="en-US" sz="109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 122h en 2024)</a:t>
            </a:r>
            <a:endParaRPr lang="fr-FR" sz="1090" dirty="0"/>
          </a:p>
        </p:txBody>
      </p:sp>
      <p:sp>
        <p:nvSpPr>
          <p:cNvPr id="14" name="ZoneTexte 13"/>
          <p:cNvSpPr txBox="1"/>
          <p:nvPr/>
        </p:nvSpPr>
        <p:spPr>
          <a:xfrm>
            <a:off x="7479956" y="3348064"/>
            <a:ext cx="1281816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90" dirty="0"/>
              <a:t>154h en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1675" y="3646426"/>
            <a:ext cx="992579" cy="4755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9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80h en 2025 </a:t>
            </a:r>
          </a:p>
          <a:p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endParaRPr lang="fr-FR" dirty="0"/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743492"/>
            <a:ext cx="3218499" cy="40000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</p:spTree>
    <p:extLst>
      <p:ext uri="{BB962C8B-B14F-4D97-AF65-F5344CB8AC3E}">
        <p14:creationId xmlns:p14="http://schemas.microsoft.com/office/powerpoint/2010/main" val="1605262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1092"/>
            <a:ext cx="4722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13"/>
              </a:lnSpc>
            </a:pPr>
            <a:r>
              <a:rPr lang="en-US" sz="2625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Impact des pannes sur les Temps d‘arrêt</a:t>
            </a:r>
            <a:endParaRPr lang="en-US" sz="2625" dirty="0"/>
          </a:p>
        </p:txBody>
      </p:sp>
      <p:sp>
        <p:nvSpPr>
          <p:cNvPr id="4" name="Text 1"/>
          <p:cNvSpPr/>
          <p:nvPr/>
        </p:nvSpPr>
        <p:spPr>
          <a:xfrm>
            <a:off x="491357" y="1277840"/>
            <a:ext cx="4722763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Les pannes contribuent de manière significative aux temps d'arrêt. Le tableau suivant montre les </a:t>
            </a:r>
            <a:r>
              <a:rPr lang="fr-FR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pourcentages</a:t>
            </a: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du temps d’arrêt par machine par rapport au temps total </a:t>
            </a:r>
            <a:endParaRPr lang="en-US" sz="1031" dirty="0"/>
          </a:p>
        </p:txBody>
      </p:sp>
      <p:sp>
        <p:nvSpPr>
          <p:cNvPr id="5" name="Shape 2"/>
          <p:cNvSpPr/>
          <p:nvPr/>
        </p:nvSpPr>
        <p:spPr>
          <a:xfrm>
            <a:off x="496119" y="2027337"/>
            <a:ext cx="4722763" cy="2715071"/>
          </a:xfrm>
          <a:prstGeom prst="roundRect">
            <a:avLst>
              <a:gd name="adj" fmla="val 208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2" y="2032100"/>
            <a:ext cx="4713238" cy="3865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35645" y="2117602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Machine</a:t>
            </a:r>
            <a:endParaRPr lang="en-US" sz="1031" dirty="0"/>
          </a:p>
        </p:txBody>
      </p:sp>
      <p:sp>
        <p:nvSpPr>
          <p:cNvPr id="8" name="Text 5"/>
          <p:cNvSpPr/>
          <p:nvPr/>
        </p:nvSpPr>
        <p:spPr>
          <a:xfrm>
            <a:off x="1816299" y="2117602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2023</a:t>
            </a:r>
            <a:endParaRPr lang="en-US" sz="1031" dirty="0"/>
          </a:p>
        </p:txBody>
      </p:sp>
      <p:sp>
        <p:nvSpPr>
          <p:cNvPr id="9" name="Text 6"/>
          <p:cNvSpPr/>
          <p:nvPr/>
        </p:nvSpPr>
        <p:spPr>
          <a:xfrm>
            <a:off x="2994571" y="2117602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2024</a:t>
            </a:r>
            <a:endParaRPr lang="en-US" sz="1031" dirty="0"/>
          </a:p>
        </p:txBody>
      </p:sp>
      <p:sp>
        <p:nvSpPr>
          <p:cNvPr id="10" name="Text 7"/>
          <p:cNvSpPr/>
          <p:nvPr/>
        </p:nvSpPr>
        <p:spPr>
          <a:xfrm>
            <a:off x="4172843" y="2117602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2025</a:t>
            </a:r>
            <a:endParaRPr lang="en-US" sz="1031" dirty="0"/>
          </a:p>
        </p:txBody>
      </p:sp>
      <p:sp>
        <p:nvSpPr>
          <p:cNvPr id="11" name="Shape 8"/>
          <p:cNvSpPr/>
          <p:nvPr/>
        </p:nvSpPr>
        <p:spPr>
          <a:xfrm>
            <a:off x="500882" y="2418606"/>
            <a:ext cx="4713238" cy="3865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35645" y="2504108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</a:t>
            </a:r>
            <a:endParaRPr lang="en-US" sz="1031" dirty="0"/>
          </a:p>
        </p:txBody>
      </p:sp>
      <p:sp>
        <p:nvSpPr>
          <p:cNvPr id="13" name="Text 10"/>
          <p:cNvSpPr/>
          <p:nvPr/>
        </p:nvSpPr>
        <p:spPr>
          <a:xfrm>
            <a:off x="1816299" y="2504108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44 h / 33%</a:t>
            </a:r>
            <a:endParaRPr lang="en-US" sz="1031" dirty="0"/>
          </a:p>
        </p:txBody>
      </p:sp>
      <p:sp>
        <p:nvSpPr>
          <p:cNvPr id="14" name="Text 11"/>
          <p:cNvSpPr/>
          <p:nvPr/>
        </p:nvSpPr>
        <p:spPr>
          <a:xfrm>
            <a:off x="2994571" y="2504108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87 h / 47%</a:t>
            </a:r>
            <a:endParaRPr lang="en-US" sz="1031" dirty="0"/>
          </a:p>
        </p:txBody>
      </p:sp>
      <p:sp>
        <p:nvSpPr>
          <p:cNvPr id="15" name="Text 12"/>
          <p:cNvSpPr/>
          <p:nvPr/>
        </p:nvSpPr>
        <p:spPr>
          <a:xfrm>
            <a:off x="4172843" y="2504108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25 h / 23%</a:t>
            </a:r>
            <a:endParaRPr lang="en-US" sz="1031" dirty="0"/>
          </a:p>
        </p:txBody>
      </p:sp>
      <p:sp>
        <p:nvSpPr>
          <p:cNvPr id="16" name="Shape 13"/>
          <p:cNvSpPr/>
          <p:nvPr/>
        </p:nvSpPr>
        <p:spPr>
          <a:xfrm>
            <a:off x="500882" y="2805113"/>
            <a:ext cx="4713238" cy="3865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35645" y="2890615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MARTIN</a:t>
            </a:r>
            <a:endParaRPr lang="en-US" sz="1031" dirty="0"/>
          </a:p>
        </p:txBody>
      </p:sp>
      <p:sp>
        <p:nvSpPr>
          <p:cNvPr id="18" name="Text 15"/>
          <p:cNvSpPr/>
          <p:nvPr/>
        </p:nvSpPr>
        <p:spPr>
          <a:xfrm>
            <a:off x="1816299" y="2890615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 h / 5%</a:t>
            </a:r>
            <a:endParaRPr lang="en-US" sz="1031" dirty="0"/>
          </a:p>
        </p:txBody>
      </p:sp>
      <p:sp>
        <p:nvSpPr>
          <p:cNvPr id="19" name="Text 16"/>
          <p:cNvSpPr/>
          <p:nvPr/>
        </p:nvSpPr>
        <p:spPr>
          <a:xfrm>
            <a:off x="2994571" y="2890615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h / 4%</a:t>
            </a:r>
            <a:endParaRPr lang="en-US" sz="1031" dirty="0"/>
          </a:p>
        </p:txBody>
      </p:sp>
      <p:sp>
        <p:nvSpPr>
          <p:cNvPr id="20" name="Text 17"/>
          <p:cNvSpPr/>
          <p:nvPr/>
        </p:nvSpPr>
        <p:spPr>
          <a:xfrm>
            <a:off x="4172843" y="2890615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h / 11%</a:t>
            </a:r>
            <a:endParaRPr lang="en-US" sz="1031" dirty="0"/>
          </a:p>
        </p:txBody>
      </p:sp>
      <p:sp>
        <p:nvSpPr>
          <p:cNvPr id="21" name="Shape 18"/>
          <p:cNvSpPr/>
          <p:nvPr/>
        </p:nvSpPr>
        <p:spPr>
          <a:xfrm>
            <a:off x="500882" y="3191620"/>
            <a:ext cx="4713238" cy="3865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35645" y="3277121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BOBST</a:t>
            </a:r>
            <a:endParaRPr lang="en-US" sz="1031" dirty="0"/>
          </a:p>
        </p:txBody>
      </p:sp>
      <p:sp>
        <p:nvSpPr>
          <p:cNvPr id="23" name="Text 20"/>
          <p:cNvSpPr/>
          <p:nvPr/>
        </p:nvSpPr>
        <p:spPr>
          <a:xfrm>
            <a:off x="1816299" y="3277121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h / 10%</a:t>
            </a:r>
            <a:endParaRPr lang="en-US" sz="1031" dirty="0"/>
          </a:p>
        </p:txBody>
      </p:sp>
      <p:sp>
        <p:nvSpPr>
          <p:cNvPr id="24" name="Text 21"/>
          <p:cNvSpPr/>
          <p:nvPr/>
        </p:nvSpPr>
        <p:spPr>
          <a:xfrm>
            <a:off x="2994571" y="3277121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 h / 17%</a:t>
            </a:r>
            <a:endParaRPr lang="en-US" sz="1031" dirty="0"/>
          </a:p>
        </p:txBody>
      </p:sp>
      <p:sp>
        <p:nvSpPr>
          <p:cNvPr id="25" name="Text 22"/>
          <p:cNvSpPr/>
          <p:nvPr/>
        </p:nvSpPr>
        <p:spPr>
          <a:xfrm>
            <a:off x="4172843" y="3277121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h / 6%</a:t>
            </a:r>
            <a:endParaRPr lang="en-US" sz="1031" dirty="0"/>
          </a:p>
        </p:txBody>
      </p:sp>
      <p:sp>
        <p:nvSpPr>
          <p:cNvPr id="26" name="Shape 23"/>
          <p:cNvSpPr/>
          <p:nvPr/>
        </p:nvSpPr>
        <p:spPr>
          <a:xfrm>
            <a:off x="500882" y="3578126"/>
            <a:ext cx="4713238" cy="3865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35645" y="3663628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EMBA</a:t>
            </a:r>
            <a:endParaRPr lang="en-US" sz="1031" dirty="0"/>
          </a:p>
        </p:txBody>
      </p:sp>
      <p:sp>
        <p:nvSpPr>
          <p:cNvPr id="28" name="Text 25"/>
          <p:cNvSpPr/>
          <p:nvPr/>
        </p:nvSpPr>
        <p:spPr>
          <a:xfrm>
            <a:off x="1816299" y="3663628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 h / 10%</a:t>
            </a:r>
            <a:endParaRPr lang="en-US" sz="1031" dirty="0"/>
          </a:p>
        </p:txBody>
      </p:sp>
      <p:sp>
        <p:nvSpPr>
          <p:cNvPr id="29" name="Text 26"/>
          <p:cNvSpPr/>
          <p:nvPr/>
        </p:nvSpPr>
        <p:spPr>
          <a:xfrm>
            <a:off x="2994571" y="3663628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23 h / 19%</a:t>
            </a:r>
            <a:endParaRPr lang="en-US" sz="1031" dirty="0"/>
          </a:p>
        </p:txBody>
      </p:sp>
      <p:sp>
        <p:nvSpPr>
          <p:cNvPr id="30" name="Text 27"/>
          <p:cNvSpPr/>
          <p:nvPr/>
        </p:nvSpPr>
        <p:spPr>
          <a:xfrm>
            <a:off x="4172843" y="3663628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 h / 14%</a:t>
            </a:r>
            <a:endParaRPr lang="en-US" sz="1031" dirty="0"/>
          </a:p>
        </p:txBody>
      </p:sp>
      <p:sp>
        <p:nvSpPr>
          <p:cNvPr id="31" name="Shape 28"/>
          <p:cNvSpPr/>
          <p:nvPr/>
        </p:nvSpPr>
        <p:spPr>
          <a:xfrm>
            <a:off x="500882" y="3964633"/>
            <a:ext cx="4713238" cy="3865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35645" y="4050135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GOPFERT</a:t>
            </a:r>
            <a:endParaRPr lang="en-US" sz="1031" dirty="0"/>
          </a:p>
        </p:txBody>
      </p:sp>
      <p:sp>
        <p:nvSpPr>
          <p:cNvPr id="33" name="Text 30"/>
          <p:cNvSpPr/>
          <p:nvPr/>
        </p:nvSpPr>
        <p:spPr>
          <a:xfrm>
            <a:off x="1816299" y="4050135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48 h / 27%</a:t>
            </a:r>
            <a:endParaRPr lang="en-US" sz="1031" dirty="0"/>
          </a:p>
        </p:txBody>
      </p:sp>
      <p:sp>
        <p:nvSpPr>
          <p:cNvPr id="34" name="Text 31"/>
          <p:cNvSpPr/>
          <p:nvPr/>
        </p:nvSpPr>
        <p:spPr>
          <a:xfrm>
            <a:off x="2994571" y="4050135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45 h / 30%</a:t>
            </a:r>
            <a:endParaRPr lang="en-US" sz="1031" dirty="0"/>
          </a:p>
        </p:txBody>
      </p:sp>
      <p:sp>
        <p:nvSpPr>
          <p:cNvPr id="35" name="Text 32"/>
          <p:cNvSpPr/>
          <p:nvPr/>
        </p:nvSpPr>
        <p:spPr>
          <a:xfrm>
            <a:off x="4172843" y="4050135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19 h / 24%</a:t>
            </a:r>
            <a:endParaRPr lang="en-US" sz="1031" dirty="0"/>
          </a:p>
        </p:txBody>
      </p:sp>
      <p:sp>
        <p:nvSpPr>
          <p:cNvPr id="36" name="Shape 33"/>
          <p:cNvSpPr/>
          <p:nvPr/>
        </p:nvSpPr>
        <p:spPr>
          <a:xfrm>
            <a:off x="500882" y="4351140"/>
            <a:ext cx="4713238" cy="3865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35645" y="4436641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LMC</a:t>
            </a:r>
            <a:endParaRPr lang="en-US" sz="1031" dirty="0"/>
          </a:p>
        </p:txBody>
      </p:sp>
      <p:sp>
        <p:nvSpPr>
          <p:cNvPr id="38" name="Text 35"/>
          <p:cNvSpPr/>
          <p:nvPr/>
        </p:nvSpPr>
        <p:spPr>
          <a:xfrm>
            <a:off x="1816299" y="4436641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N/A</a:t>
            </a:r>
            <a:endParaRPr lang="en-US" sz="1031" dirty="0"/>
          </a:p>
        </p:txBody>
      </p:sp>
      <p:sp>
        <p:nvSpPr>
          <p:cNvPr id="39" name="Text 36"/>
          <p:cNvSpPr/>
          <p:nvPr/>
        </p:nvSpPr>
        <p:spPr>
          <a:xfrm>
            <a:off x="2994571" y="4436641"/>
            <a:ext cx="90428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19 h / 13%</a:t>
            </a:r>
            <a:endParaRPr lang="en-US" sz="1031" dirty="0"/>
          </a:p>
        </p:txBody>
      </p:sp>
      <p:sp>
        <p:nvSpPr>
          <p:cNvPr id="40" name="Text 37"/>
          <p:cNvSpPr/>
          <p:nvPr/>
        </p:nvSpPr>
        <p:spPr>
          <a:xfrm>
            <a:off x="4172843" y="4436641"/>
            <a:ext cx="90666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3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 h / 5%</a:t>
            </a:r>
            <a:endParaRPr lang="en-US" sz="1031" dirty="0"/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743492"/>
            <a:ext cx="3218499" cy="40000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</p:spTree>
    <p:extLst>
      <p:ext uri="{BB962C8B-B14F-4D97-AF65-F5344CB8AC3E}">
        <p14:creationId xmlns:p14="http://schemas.microsoft.com/office/powerpoint/2010/main" val="362743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743492"/>
            <a:ext cx="3218499" cy="40000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graphicFrame>
        <p:nvGraphicFramePr>
          <p:cNvPr id="5" name="Graphique 4"/>
          <p:cNvGraphicFramePr/>
          <p:nvPr>
            <p:extLst>
              <p:ext uri="{D42A27DB-BD31-4B8C-83A1-F6EECF244321}">
                <p14:modId xmlns:p14="http://schemas.microsoft.com/office/powerpoint/2010/main" val="2367082682"/>
              </p:ext>
            </p:extLst>
          </p:nvPr>
        </p:nvGraphicFramePr>
        <p:xfrm>
          <a:off x="757881" y="366756"/>
          <a:ext cx="754586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2602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826874"/>
            <a:ext cx="3218499" cy="331433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683224-DB10-D269-2691-33DF96A9D29A}"/>
              </a:ext>
            </a:extLst>
          </p:cNvPr>
          <p:cNvSpPr txBox="1">
            <a:spLocks/>
          </p:cNvSpPr>
          <p:nvPr/>
        </p:nvSpPr>
        <p:spPr>
          <a:xfrm>
            <a:off x="0" y="317862"/>
            <a:ext cx="8756822" cy="28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</a:t>
            </a:r>
            <a:r>
              <a:rPr lang="fr-FR" sz="23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Les ratios énergétiques des deux premiers mois/année</a:t>
            </a:r>
            <a:b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</a:br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               </a:t>
            </a:r>
            <a:endParaRPr lang="en-US" sz="2700" dirty="0">
              <a:latin typeface="+mn-lt"/>
            </a:endParaRPr>
          </a:p>
        </p:txBody>
      </p:sp>
      <p:sp>
        <p:nvSpPr>
          <p:cNvPr id="5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897054" y="3884418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23 : 0,19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0,20 </a:t>
            </a:r>
            <a:endParaRPr lang="en-US" sz="900" b="1" dirty="0">
              <a:solidFill>
                <a:schemeClr val="tx1"/>
              </a:solidFill>
            </a:endParaRPr>
          </a:p>
        </p:txBody>
      </p:sp>
      <p:graphicFrame>
        <p:nvGraphicFramePr>
          <p:cNvPr id="29" name="Graphique 28"/>
          <p:cNvGraphicFramePr/>
          <p:nvPr>
            <p:extLst>
              <p:ext uri="{D42A27DB-BD31-4B8C-83A1-F6EECF244321}">
                <p14:modId xmlns:p14="http://schemas.microsoft.com/office/powerpoint/2010/main" val="2211705943"/>
              </p:ext>
            </p:extLst>
          </p:nvPr>
        </p:nvGraphicFramePr>
        <p:xfrm>
          <a:off x="1438750" y="554013"/>
          <a:ext cx="6096000" cy="3227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3231403" y="3884418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24 : 0,16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0,20 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5639893" y="3884598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25 : 0,10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0,14 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77769" y="4517861"/>
            <a:ext cx="5351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Mise en marche station retour condensat + élimination des fuites</a:t>
            </a:r>
          </a:p>
        </p:txBody>
      </p:sp>
    </p:spTree>
    <p:extLst>
      <p:ext uri="{BB962C8B-B14F-4D97-AF65-F5344CB8AC3E}">
        <p14:creationId xmlns:p14="http://schemas.microsoft.com/office/powerpoint/2010/main" val="77832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2 -0.00092 L -4.72222E-6 -1.97531E-6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3 -0.00092 L 3.33333E-6 -1.97531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2 -0.00093 L -4.72222E-6 -6.17284E-7 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826874"/>
            <a:ext cx="3218499" cy="331433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683224-DB10-D269-2691-33DF96A9D29A}"/>
              </a:ext>
            </a:extLst>
          </p:cNvPr>
          <p:cNvSpPr txBox="1">
            <a:spLocks/>
          </p:cNvSpPr>
          <p:nvPr/>
        </p:nvSpPr>
        <p:spPr>
          <a:xfrm>
            <a:off x="0" y="518914"/>
            <a:ext cx="8756822" cy="28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</a:t>
            </a:r>
            <a:r>
              <a:rPr lang="fr-FR" sz="23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Les ratios énergétiques des deux premiers mois/année</a:t>
            </a:r>
            <a:b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</a:br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               </a:t>
            </a:r>
            <a:endParaRPr lang="en-US" sz="2700" dirty="0">
              <a:latin typeface="+mn-lt"/>
            </a:endParaRPr>
          </a:p>
        </p:txBody>
      </p:sp>
      <p:sp>
        <p:nvSpPr>
          <p:cNvPr id="5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664236" y="4148018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23 : 135,5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125 </a:t>
            </a:r>
            <a:endParaRPr lang="en-US" sz="900" b="1" dirty="0">
              <a:solidFill>
                <a:schemeClr val="tx1"/>
              </a:solidFill>
            </a:endParaRPr>
          </a:p>
        </p:txBody>
      </p:sp>
      <p:graphicFrame>
        <p:nvGraphicFramePr>
          <p:cNvPr id="29" name="Graphique 28"/>
          <p:cNvGraphicFramePr/>
          <p:nvPr>
            <p:extLst>
              <p:ext uri="{D42A27DB-BD31-4B8C-83A1-F6EECF244321}">
                <p14:modId xmlns:p14="http://schemas.microsoft.com/office/powerpoint/2010/main" val="430281543"/>
              </p:ext>
            </p:extLst>
          </p:nvPr>
        </p:nvGraphicFramePr>
        <p:xfrm>
          <a:off x="1438750" y="818010"/>
          <a:ext cx="6096000" cy="3227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3061447" y="4160290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24 : 135,4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130 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5458658" y="4160290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25 : 148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150 </a:t>
            </a:r>
            <a:endParaRPr lang="en-US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86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2 -0.00093 L -4.16667E-6 4.69136E-6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3 -0.00093 L 3.33333E-6 4.32099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2 -0.00093 L -3.05556E-6 4.32099E-6 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826874"/>
            <a:ext cx="3218499" cy="331433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683224-DB10-D269-2691-33DF96A9D29A}"/>
              </a:ext>
            </a:extLst>
          </p:cNvPr>
          <p:cNvSpPr txBox="1">
            <a:spLocks/>
          </p:cNvSpPr>
          <p:nvPr/>
        </p:nvSpPr>
        <p:spPr>
          <a:xfrm>
            <a:off x="0" y="518914"/>
            <a:ext cx="8756822" cy="28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</a:t>
            </a:r>
            <a:r>
              <a:rPr lang="fr-FR" sz="23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Les ratios énergétiques des deux premiers mois/année</a:t>
            </a:r>
            <a:b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</a:br>
            <a:r>
              <a:rPr lang="en-US" sz="2700" b="1" dirty="0">
                <a:effectLst>
                  <a:glow>
                    <a:srgbClr val="FF3399">
                      <a:alpha val="24000"/>
                    </a:srgbClr>
                  </a:glow>
                </a:effectLst>
              </a:rPr>
              <a:t>                    </a:t>
            </a:r>
            <a:endParaRPr lang="en-US" sz="2700" dirty="0">
              <a:latin typeface="+mn-lt"/>
            </a:endParaRPr>
          </a:p>
        </p:txBody>
      </p:sp>
      <p:graphicFrame>
        <p:nvGraphicFramePr>
          <p:cNvPr id="9" name="Graphique 8"/>
          <p:cNvGraphicFramePr/>
          <p:nvPr>
            <p:extLst>
              <p:ext uri="{D42A27DB-BD31-4B8C-83A1-F6EECF244321}">
                <p14:modId xmlns:p14="http://schemas.microsoft.com/office/powerpoint/2010/main" val="1757140769"/>
              </p:ext>
            </p:extLst>
          </p:nvPr>
        </p:nvGraphicFramePr>
        <p:xfrm>
          <a:off x="786713" y="663773"/>
          <a:ext cx="7183395" cy="3442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997707" y="4148016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23 : 56,35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51 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3400266" y="4161931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24 : 55,71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51 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90">
            <a:extLst>
              <a:ext uri="{FF2B5EF4-FFF2-40B4-BE49-F238E27FC236}">
                <a16:creationId xmlns:a16="http://schemas.microsoft.com/office/drawing/2014/main" id="{E9B23A5A-788A-474F-AA76-923DADADF598}"/>
              </a:ext>
            </a:extLst>
          </p:cNvPr>
          <p:cNvSpPr/>
          <p:nvPr/>
        </p:nvSpPr>
        <p:spPr>
          <a:xfrm>
            <a:off x="5802825" y="4148016"/>
            <a:ext cx="1956288" cy="551741"/>
          </a:xfrm>
          <a:prstGeom prst="roundRect">
            <a:avLst>
              <a:gd name="adj" fmla="val 1173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ea typeface="Outfit Extra Bold" pitchFamily="34" charset="-122"/>
                <a:cs typeface="Outfit Extra Bold" pitchFamily="34" charset="-120"/>
              </a:rPr>
              <a:t>Ratio 25 : 47,86 </a:t>
            </a:r>
            <a:r>
              <a:rPr lang="en-US" sz="900" b="1" dirty="0">
                <a:solidFill>
                  <a:schemeClr val="tx1"/>
                </a:solidFill>
              </a:rPr>
              <a:t>/</a:t>
            </a:r>
            <a:r>
              <a:rPr lang="en-US" sz="938" b="1" dirty="0">
                <a:solidFill>
                  <a:schemeClr val="tx1"/>
                </a:solidFill>
              </a:rPr>
              <a:t> 59 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297037" y="4747086"/>
            <a:ext cx="5628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Acquisition machine LMC , agrafeuse semi automatique et pont BHS</a:t>
            </a:r>
          </a:p>
        </p:txBody>
      </p:sp>
    </p:spTree>
    <p:extLst>
      <p:ext uri="{BB962C8B-B14F-4D97-AF65-F5344CB8AC3E}">
        <p14:creationId xmlns:p14="http://schemas.microsoft.com/office/powerpoint/2010/main" val="243400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2 -0.00093 L -2.22222E-6 3.45679E-6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3 -0.00092 L 5.55556E-7 -4.32099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62 -0.00093 L -3.05556E-6 3.45679E-6 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772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441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3825" y="66675"/>
            <a:ext cx="8953500" cy="5575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solidFill>
                  <a:schemeClr val="accent1">
                    <a:lumMod val="50000"/>
                  </a:schemeClr>
                </a:solidFill>
              </a:rPr>
              <a:t>Dépenses par machine 2025</a:t>
            </a:r>
          </a:p>
        </p:txBody>
      </p:sp>
      <p:graphicFrame>
        <p:nvGraphicFramePr>
          <p:cNvPr id="4" name="Content Placeholder 13">
            <a:extLst>
              <a:ext uri="{FF2B5EF4-FFF2-40B4-BE49-F238E27FC236}">
                <a16:creationId xmlns:a16="http://schemas.microsoft.com/office/drawing/2014/main" id="{83C25909-524D-4F74-BE06-3523FA24FBF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7916" y="838201"/>
          <a:ext cx="8209359" cy="2642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D2EB99-46C7-407A-BD36-55A5BDB9B4E9}"/>
              </a:ext>
            </a:extLst>
          </p:cNvPr>
          <p:cNvSpPr txBox="1">
            <a:spLocks/>
          </p:cNvSpPr>
          <p:nvPr/>
        </p:nvSpPr>
        <p:spPr>
          <a:xfrm>
            <a:off x="7121834" y="3604282"/>
            <a:ext cx="1223563" cy="146783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solidFill>
                  <a:schemeClr val="accent4">
                    <a:lumMod val="50000"/>
                  </a:schemeClr>
                </a:solidFill>
              </a:rPr>
              <a:t>EMBA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%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2EB99-46C7-407A-BD36-55A5BDB9B4E9}"/>
              </a:ext>
            </a:extLst>
          </p:cNvPr>
          <p:cNvSpPr txBox="1">
            <a:spLocks/>
          </p:cNvSpPr>
          <p:nvPr/>
        </p:nvSpPr>
        <p:spPr>
          <a:xfrm>
            <a:off x="4303118" y="3662865"/>
            <a:ext cx="1537887" cy="146783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/>
              <a:t>GOPFERT</a:t>
            </a:r>
          </a:p>
          <a:p>
            <a:pPr marL="0" indent="0" algn="ctr">
              <a:buNone/>
            </a:pPr>
            <a:r>
              <a:rPr lang="en-US" sz="3600" b="1" dirty="0"/>
              <a:t>%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6D2EB99-46C7-407A-BD36-55A5BDB9B4E9}"/>
              </a:ext>
            </a:extLst>
          </p:cNvPr>
          <p:cNvSpPr txBox="1">
            <a:spLocks/>
          </p:cNvSpPr>
          <p:nvPr/>
        </p:nvSpPr>
        <p:spPr>
          <a:xfrm>
            <a:off x="5731870" y="3604282"/>
            <a:ext cx="1223563" cy="146783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solidFill>
                  <a:srgbClr val="7030A0"/>
                </a:solidFill>
              </a:rPr>
              <a:t>LMC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%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D2EB99-46C7-407A-BD36-55A5BDB9B4E9}"/>
              </a:ext>
            </a:extLst>
          </p:cNvPr>
          <p:cNvSpPr txBox="1">
            <a:spLocks/>
          </p:cNvSpPr>
          <p:nvPr/>
        </p:nvSpPr>
        <p:spPr>
          <a:xfrm>
            <a:off x="2913154" y="3650064"/>
            <a:ext cx="1223563" cy="146783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solidFill>
                  <a:schemeClr val="accent2"/>
                </a:solidFill>
              </a:rPr>
              <a:t>BOBST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%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6D2EB99-46C7-407A-BD36-55A5BDB9B4E9}"/>
              </a:ext>
            </a:extLst>
          </p:cNvPr>
          <p:cNvSpPr txBox="1">
            <a:spLocks/>
          </p:cNvSpPr>
          <p:nvPr/>
        </p:nvSpPr>
        <p:spPr>
          <a:xfrm>
            <a:off x="1689591" y="3675666"/>
            <a:ext cx="1223563" cy="146783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solidFill>
                  <a:schemeClr val="accent4"/>
                </a:solidFill>
              </a:rPr>
              <a:t>MARTIN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</a:rPr>
              <a:t>%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D2EB99-46C7-407A-BD36-55A5BDB9B4E9}"/>
              </a:ext>
            </a:extLst>
          </p:cNvPr>
          <p:cNvSpPr txBox="1">
            <a:spLocks/>
          </p:cNvSpPr>
          <p:nvPr/>
        </p:nvSpPr>
        <p:spPr>
          <a:xfrm>
            <a:off x="271045" y="3662865"/>
            <a:ext cx="1223563" cy="146783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solidFill>
                  <a:schemeClr val="accent6">
                    <a:lumMod val="75000"/>
                  </a:schemeClr>
                </a:solidFill>
              </a:rPr>
              <a:t>TRAIN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%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79FB0A3C-3FC3-418A-A67E-17DB800A2535}"/>
              </a:ext>
            </a:extLst>
          </p:cNvPr>
          <p:cNvSpPr txBox="1">
            <a:spLocks/>
          </p:cNvSpPr>
          <p:nvPr/>
        </p:nvSpPr>
        <p:spPr>
          <a:xfrm>
            <a:off x="5925501" y="4826874"/>
            <a:ext cx="3218499" cy="331433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</p:spTree>
    <p:extLst>
      <p:ext uri="{BB962C8B-B14F-4D97-AF65-F5344CB8AC3E}">
        <p14:creationId xmlns:p14="http://schemas.microsoft.com/office/powerpoint/2010/main" val="3249268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228FB6-9F27-4A4E-A839-0A95EDB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075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5925501" y="4743492"/>
            <a:ext cx="3218499" cy="40000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Bahnschrift Light SemiCondensed" panose="020B0502040204020203" pitchFamily="34" charset="0"/>
              </a:rPr>
              <a:t>Comparaison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fr-FR" dirty="0">
                <a:latin typeface="Bahnschrift Light SemiCondensed" panose="020B0502040204020203" pitchFamily="34" charset="0"/>
              </a:rPr>
              <a:t>cumul</a:t>
            </a:r>
            <a:r>
              <a:rPr lang="en-US" dirty="0">
                <a:latin typeface="Bahnschrift Light SemiCondensed" panose="020B0502040204020203" pitchFamily="34" charset="0"/>
              </a:rPr>
              <a:t> des deux premiers mois</a:t>
            </a:r>
          </a:p>
        </p:txBody>
      </p:sp>
      <p:graphicFrame>
        <p:nvGraphicFramePr>
          <p:cNvPr id="5" name="Graphique 4"/>
          <p:cNvGraphicFramePr/>
          <p:nvPr>
            <p:extLst>
              <p:ext uri="{D42A27DB-BD31-4B8C-83A1-F6EECF244321}">
                <p14:modId xmlns:p14="http://schemas.microsoft.com/office/powerpoint/2010/main" val="2980878016"/>
              </p:ext>
            </p:extLst>
          </p:nvPr>
        </p:nvGraphicFramePr>
        <p:xfrm>
          <a:off x="757881" y="366756"/>
          <a:ext cx="754586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1194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7A1CF210-032A-4FB0-990C-68E34690273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185531721"/>
              </p:ext>
            </p:extLst>
          </p:nvPr>
        </p:nvGraphicFramePr>
        <p:xfrm>
          <a:off x="4486275" y="3535592"/>
          <a:ext cx="4983041" cy="151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Placeholder 12">
            <a:extLst>
              <a:ext uri="{FF2B5EF4-FFF2-40B4-BE49-F238E27FC236}">
                <a16:creationId xmlns:a16="http://schemas.microsoft.com/office/drawing/2014/main" id="{6474DB9F-3B91-47BD-8100-E9A87005D61F}"/>
              </a:ext>
            </a:extLst>
          </p:cNvPr>
          <p:cNvGraphicFramePr>
            <a:graphicFrameLocks noGrp="1"/>
          </p:cNvGraphicFramePr>
          <p:nvPr>
            <p:ph sz="quarter" idx="13"/>
            <p:extLst/>
          </p:nvPr>
        </p:nvGraphicFramePr>
        <p:xfrm>
          <a:off x="467916" y="3536157"/>
          <a:ext cx="4018359" cy="1421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Placeholder 7">
            <a:extLst>
              <a:ext uri="{FF2B5EF4-FFF2-40B4-BE49-F238E27FC236}">
                <a16:creationId xmlns:a16="http://schemas.microsoft.com/office/drawing/2014/main" id="{7A1CF210-032A-4FB0-990C-68E34690273C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880434045"/>
              </p:ext>
            </p:extLst>
          </p:nvPr>
        </p:nvGraphicFramePr>
        <p:xfrm>
          <a:off x="-158261" y="3536157"/>
          <a:ext cx="4950068" cy="1514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2024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0FED7-68DC-4856-A474-20D86B8EEF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2025</a:t>
            </a:r>
          </a:p>
        </p:txBody>
      </p:sp>
      <p:graphicFrame>
        <p:nvGraphicFramePr>
          <p:cNvPr id="12" name="Chart Placeholder 7">
            <a:extLst>
              <a:ext uri="{FF2B5EF4-FFF2-40B4-BE49-F238E27FC236}">
                <a16:creationId xmlns:a16="http://schemas.microsoft.com/office/drawing/2014/main" id="{7A1CF210-032A-4FB0-990C-68E34690273C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922284599"/>
              </p:ext>
            </p:extLst>
          </p:nvPr>
        </p:nvGraphicFramePr>
        <p:xfrm>
          <a:off x="0" y="1084263"/>
          <a:ext cx="7112000" cy="199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23825" y="66675"/>
            <a:ext cx="8953500" cy="5575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solidFill>
                  <a:schemeClr val="accent1">
                    <a:lumMod val="50000"/>
                  </a:schemeClr>
                </a:solidFill>
              </a:rPr>
              <a:t>Dépenses cumulé par machine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7B1D03D1-E0D5-4841-9A3A-EE4784C8CEF5}"/>
              </a:ext>
            </a:extLst>
          </p:cNvPr>
          <p:cNvSpPr txBox="1">
            <a:spLocks/>
          </p:cNvSpPr>
          <p:nvPr/>
        </p:nvSpPr>
        <p:spPr>
          <a:xfrm>
            <a:off x="2590967" y="724057"/>
            <a:ext cx="4018788" cy="360986"/>
          </a:xfrm>
          <a:prstGeom prst="rect">
            <a:avLst/>
          </a:prstGeom>
          <a:solidFill>
            <a:srgbClr val="7030A0"/>
          </a:solidFill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2023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756761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A0BD-2603-6782-8E06-DD19132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Train 2023-2025 </a:t>
            </a:r>
            <a:r>
              <a:rPr lang="en-US" dirty="0" err="1"/>
              <a:t>mois</a:t>
            </a:r>
            <a:r>
              <a:rPr lang="en-US" dirty="0"/>
              <a:t> 01 et 02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B0C505B-4FDE-29CC-F035-8F3503C6CCCB}"/>
              </a:ext>
            </a:extLst>
          </p:cNvPr>
          <p:cNvGrpSpPr/>
          <p:nvPr/>
        </p:nvGrpSpPr>
        <p:grpSpPr>
          <a:xfrm>
            <a:off x="166005" y="481773"/>
            <a:ext cx="1492717" cy="2185227"/>
            <a:chOff x="1169515" y="1594131"/>
            <a:chExt cx="1990290" cy="365760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B7431541-FF22-4831-15C2-FEA1F3435C28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9CB7F42-2BB3-1FD1-9466-38AE083C34DA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EB43567-0E2C-554A-12DB-68BCCCFAA41B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1B4B88B0-BF4C-C39D-4B06-6B6ABE8ED526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8F12E14-B276-1057-997A-5ECBC53401CC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30F60E5-058F-56EB-A321-BD03B99E804B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1248E0-AD0A-2F87-0FE8-25B6A2070B4C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5FA7533-CC03-D0F0-9614-EEC63E16F675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EF5DC1-FF8B-9D6A-7BFE-036955E4BF07}"/>
              </a:ext>
            </a:extLst>
          </p:cNvPr>
          <p:cNvGrpSpPr/>
          <p:nvPr/>
        </p:nvGrpSpPr>
        <p:grpSpPr>
          <a:xfrm>
            <a:off x="2999480" y="551493"/>
            <a:ext cx="1253507" cy="2295422"/>
            <a:chOff x="1328987" y="1594131"/>
            <a:chExt cx="1671343" cy="365760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09935CA-8537-485B-AF3C-AE032A7BD0C5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6C7EE78-6984-F6B7-0A49-4A64F5A5FC1C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03A4C6A8-2998-E990-B16B-7A31951C9D9F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96C9A37-B029-3C37-4F6B-AABA78923E2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9F39FF-9228-73D3-A896-FB2213AB5B41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27C2B4-5750-D6C3-8939-B62D2FAF3197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04E616-C3FB-DA32-186D-CE3A718E9923}"/>
              </a:ext>
            </a:extLst>
          </p:cNvPr>
          <p:cNvGrpSpPr/>
          <p:nvPr/>
        </p:nvGrpSpPr>
        <p:grpSpPr>
          <a:xfrm>
            <a:off x="5908454" y="651855"/>
            <a:ext cx="1253507" cy="2743200"/>
            <a:chOff x="1328987" y="1594131"/>
            <a:chExt cx="1671343" cy="3657600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15DE6AC-3FE7-43A5-0A3C-A41093973CB2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79D9937-81BD-296D-5BDB-48AB6593D45E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13084B9-A9AF-94D4-F3C7-9FC4CD38D2D5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596D4D5-8D38-3E4B-1FFC-72873A7F4149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68" name="Arc 167">
                  <a:extLst>
                    <a:ext uri="{FF2B5EF4-FFF2-40B4-BE49-F238E27FC236}">
                      <a16:creationId xmlns:a16="http://schemas.microsoft.com/office/drawing/2014/main" id="{3DC06A86-8C4D-018E-1D51-76C98066AF6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60DDBFB-3D21-343E-AB7F-C332FA3AFCF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7997128-3C2C-7498-D6A4-E0128271A5DE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6826ACA-5A0C-155B-3446-3FA0F4F34CAC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2937046" y="1987090"/>
            <a:ext cx="1302023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Disponibilité opérationnelle</a:t>
            </a:r>
          </a:p>
          <a:p>
            <a:pPr algn="r"/>
            <a:endParaRPr lang="fr-FR" sz="750" b="1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Objectif : 88                </a:t>
            </a:r>
          </a:p>
        </p:txBody>
      </p:sp>
      <p:grpSp>
        <p:nvGrpSpPr>
          <p:cNvPr id="45" name="Group 134">
            <a:extLst>
              <a:ext uri="{FF2B5EF4-FFF2-40B4-BE49-F238E27FC236}">
                <a16:creationId xmlns:a16="http://schemas.microsoft.com/office/drawing/2014/main" id="{EDB7721A-1F9A-405D-9270-4C8444A1C71B}"/>
              </a:ext>
            </a:extLst>
          </p:cNvPr>
          <p:cNvGrpSpPr/>
          <p:nvPr/>
        </p:nvGrpSpPr>
        <p:grpSpPr>
          <a:xfrm>
            <a:off x="166005" y="2855878"/>
            <a:ext cx="1492717" cy="2185227"/>
            <a:chOff x="1169515" y="1594131"/>
            <a:chExt cx="1990290" cy="3657600"/>
          </a:xfrm>
        </p:grpSpPr>
        <p:sp>
          <p:nvSpPr>
            <p:cNvPr id="46" name="Rectangle: Rounded Corners 129">
              <a:extLst>
                <a:ext uri="{FF2B5EF4-FFF2-40B4-BE49-F238E27FC236}">
                  <a16:creationId xmlns:a16="http://schemas.microsoft.com/office/drawing/2014/main" id="{7DEBBD93-E553-491C-B1FD-4BDD369B8A97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47" name="Group 75">
              <a:extLst>
                <a:ext uri="{FF2B5EF4-FFF2-40B4-BE49-F238E27FC236}">
                  <a16:creationId xmlns:a16="http://schemas.microsoft.com/office/drawing/2014/main" id="{0F00A857-B9A9-4A16-9BEC-CECEFD1F2A39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0" name="Group 66">
                <a:extLst>
                  <a:ext uri="{FF2B5EF4-FFF2-40B4-BE49-F238E27FC236}">
                    <a16:creationId xmlns:a16="http://schemas.microsoft.com/office/drawing/2014/main" id="{8D74318B-D19F-45D7-970D-BCE833F898E0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52" name="Oval 67">
                  <a:extLst>
                    <a:ext uri="{FF2B5EF4-FFF2-40B4-BE49-F238E27FC236}">
                      <a16:creationId xmlns:a16="http://schemas.microsoft.com/office/drawing/2014/main" id="{8CE5268C-189C-4FA2-9DCC-D5BE570FC008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826A8CE8-54B9-4A53-A8B1-B74EEE589D0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51" name="Oval 74">
                <a:extLst>
                  <a:ext uri="{FF2B5EF4-FFF2-40B4-BE49-F238E27FC236}">
                    <a16:creationId xmlns:a16="http://schemas.microsoft.com/office/drawing/2014/main" id="{FD34AF75-99E2-482A-A71E-26CB42795E7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48" name="TextBox 130">
              <a:extLst>
                <a:ext uri="{FF2B5EF4-FFF2-40B4-BE49-F238E27FC236}">
                  <a16:creationId xmlns:a16="http://schemas.microsoft.com/office/drawing/2014/main" id="{493C9FC2-F1BD-44FB-B5C6-C82BAEDEAF76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49" name="TextBox 133">
              <a:extLst>
                <a:ext uri="{FF2B5EF4-FFF2-40B4-BE49-F238E27FC236}">
                  <a16:creationId xmlns:a16="http://schemas.microsoft.com/office/drawing/2014/main" id="{71E083E6-C95E-4A9E-8980-9CB7352A8209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54" name="Group 134">
            <a:extLst>
              <a:ext uri="{FF2B5EF4-FFF2-40B4-BE49-F238E27FC236}">
                <a16:creationId xmlns:a16="http://schemas.microsoft.com/office/drawing/2014/main" id="{E8E87941-074F-4834-B4FB-E8385BC444A2}"/>
              </a:ext>
            </a:extLst>
          </p:cNvPr>
          <p:cNvGrpSpPr/>
          <p:nvPr/>
        </p:nvGrpSpPr>
        <p:grpSpPr>
          <a:xfrm>
            <a:off x="1523697" y="1629769"/>
            <a:ext cx="1492717" cy="2185227"/>
            <a:chOff x="1169515" y="1594131"/>
            <a:chExt cx="1990290" cy="3657600"/>
          </a:xfrm>
        </p:grpSpPr>
        <p:sp>
          <p:nvSpPr>
            <p:cNvPr id="55" name="Rectangle: Rounded Corners 129">
              <a:extLst>
                <a:ext uri="{FF2B5EF4-FFF2-40B4-BE49-F238E27FC236}">
                  <a16:creationId xmlns:a16="http://schemas.microsoft.com/office/drawing/2014/main" id="{6F6B3E0F-D053-4AEC-B0F7-DCAAA08F1413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6" name="Group 75">
              <a:extLst>
                <a:ext uri="{FF2B5EF4-FFF2-40B4-BE49-F238E27FC236}">
                  <a16:creationId xmlns:a16="http://schemas.microsoft.com/office/drawing/2014/main" id="{68191AEA-6A77-4406-A124-E62E27E7A36B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9" name="Group 66">
                <a:extLst>
                  <a:ext uri="{FF2B5EF4-FFF2-40B4-BE49-F238E27FC236}">
                    <a16:creationId xmlns:a16="http://schemas.microsoft.com/office/drawing/2014/main" id="{6CCE0EF6-B772-4027-A3D0-3DE9ACF9E307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1" name="Oval 67">
                  <a:extLst>
                    <a:ext uri="{FF2B5EF4-FFF2-40B4-BE49-F238E27FC236}">
                      <a16:creationId xmlns:a16="http://schemas.microsoft.com/office/drawing/2014/main" id="{7DBADF7F-15A6-44F7-8FF5-9F4E2E18EDD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F51A4025-FAD0-4669-B6C8-4D5CEF7A4FC7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60" name="Oval 74">
                <a:extLst>
                  <a:ext uri="{FF2B5EF4-FFF2-40B4-BE49-F238E27FC236}">
                    <a16:creationId xmlns:a16="http://schemas.microsoft.com/office/drawing/2014/main" id="{86064E71-4872-41A9-AD8F-0108735883C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7" name="TextBox 130">
              <a:extLst>
                <a:ext uri="{FF2B5EF4-FFF2-40B4-BE49-F238E27FC236}">
                  <a16:creationId xmlns:a16="http://schemas.microsoft.com/office/drawing/2014/main" id="{8E12EA41-1268-4BE2-881D-F240ED44A285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58" name="TextBox 133">
              <a:extLst>
                <a:ext uri="{FF2B5EF4-FFF2-40B4-BE49-F238E27FC236}">
                  <a16:creationId xmlns:a16="http://schemas.microsoft.com/office/drawing/2014/main" id="{C3324674-2D2B-4617-B0DF-B9C314C1ADA6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63" name="Group 146">
            <a:extLst>
              <a:ext uri="{FF2B5EF4-FFF2-40B4-BE49-F238E27FC236}">
                <a16:creationId xmlns:a16="http://schemas.microsoft.com/office/drawing/2014/main" id="{9B880771-6962-4082-A14C-E8ACFF4BF83D}"/>
              </a:ext>
            </a:extLst>
          </p:cNvPr>
          <p:cNvGrpSpPr/>
          <p:nvPr/>
        </p:nvGrpSpPr>
        <p:grpSpPr>
          <a:xfrm>
            <a:off x="2954340" y="3196713"/>
            <a:ext cx="1253507" cy="1929750"/>
            <a:chOff x="1328987" y="1594131"/>
            <a:chExt cx="1671343" cy="3657600"/>
          </a:xfrm>
        </p:grpSpPr>
        <p:sp>
          <p:nvSpPr>
            <p:cNvPr id="64" name="Rectangle: Rounded Corners 147">
              <a:extLst>
                <a:ext uri="{FF2B5EF4-FFF2-40B4-BE49-F238E27FC236}">
                  <a16:creationId xmlns:a16="http://schemas.microsoft.com/office/drawing/2014/main" id="{20926B32-8000-492C-96E9-C2754FF31781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5" name="Group 148">
              <a:extLst>
                <a:ext uri="{FF2B5EF4-FFF2-40B4-BE49-F238E27FC236}">
                  <a16:creationId xmlns:a16="http://schemas.microsoft.com/office/drawing/2014/main" id="{40580698-2FB1-4672-8B65-79350CFA3380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71" name="Oval 155">
                <a:extLst>
                  <a:ext uri="{FF2B5EF4-FFF2-40B4-BE49-F238E27FC236}">
                    <a16:creationId xmlns:a16="http://schemas.microsoft.com/office/drawing/2014/main" id="{B099B786-8BD6-4393-86C1-CB34AF2EB4BB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2" name="Oval 154">
                <a:extLst>
                  <a:ext uri="{FF2B5EF4-FFF2-40B4-BE49-F238E27FC236}">
                    <a16:creationId xmlns:a16="http://schemas.microsoft.com/office/drawing/2014/main" id="{67338BB2-CCF3-4ACD-8332-C1B75A933185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6" name="TextBox 149">
              <a:extLst>
                <a:ext uri="{FF2B5EF4-FFF2-40B4-BE49-F238E27FC236}">
                  <a16:creationId xmlns:a16="http://schemas.microsoft.com/office/drawing/2014/main" id="{BE8138B0-3EFF-4CD1-B09E-5BE34999A109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0" name="TextBox 152">
              <a:extLst>
                <a:ext uri="{FF2B5EF4-FFF2-40B4-BE49-F238E27FC236}">
                  <a16:creationId xmlns:a16="http://schemas.microsoft.com/office/drawing/2014/main" id="{38AFC181-82AF-4758-A70C-ED219D7BE203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73" name="Group 146">
            <a:extLst>
              <a:ext uri="{FF2B5EF4-FFF2-40B4-BE49-F238E27FC236}">
                <a16:creationId xmlns:a16="http://schemas.microsoft.com/office/drawing/2014/main" id="{153041B6-5F7A-4D9C-8A16-89EA8198302D}"/>
              </a:ext>
            </a:extLst>
          </p:cNvPr>
          <p:cNvGrpSpPr/>
          <p:nvPr/>
        </p:nvGrpSpPr>
        <p:grpSpPr>
          <a:xfrm>
            <a:off x="4369564" y="1719402"/>
            <a:ext cx="1253507" cy="1929750"/>
            <a:chOff x="1328987" y="1594131"/>
            <a:chExt cx="1671343" cy="3657600"/>
          </a:xfrm>
        </p:grpSpPr>
        <p:sp>
          <p:nvSpPr>
            <p:cNvPr id="74" name="Rectangle: Rounded Corners 147">
              <a:extLst>
                <a:ext uri="{FF2B5EF4-FFF2-40B4-BE49-F238E27FC236}">
                  <a16:creationId xmlns:a16="http://schemas.microsoft.com/office/drawing/2014/main" id="{A27BAFDE-3B69-4954-8D7B-BCC1F1139CB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7" name="Group 148">
              <a:extLst>
                <a:ext uri="{FF2B5EF4-FFF2-40B4-BE49-F238E27FC236}">
                  <a16:creationId xmlns:a16="http://schemas.microsoft.com/office/drawing/2014/main" id="{BB8DEA4F-C40A-4B97-A7C4-C2658242504B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80" name="Oval 155">
                <a:extLst>
                  <a:ext uri="{FF2B5EF4-FFF2-40B4-BE49-F238E27FC236}">
                    <a16:creationId xmlns:a16="http://schemas.microsoft.com/office/drawing/2014/main" id="{1852E1E9-100F-4ADD-A529-EE2D1B736B42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" name="Oval 154">
                <a:extLst>
                  <a:ext uri="{FF2B5EF4-FFF2-40B4-BE49-F238E27FC236}">
                    <a16:creationId xmlns:a16="http://schemas.microsoft.com/office/drawing/2014/main" id="{CFD4EE31-7E7D-4E1A-A245-F89019683100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78" name="TextBox 149">
              <a:extLst>
                <a:ext uri="{FF2B5EF4-FFF2-40B4-BE49-F238E27FC236}">
                  <a16:creationId xmlns:a16="http://schemas.microsoft.com/office/drawing/2014/main" id="{7688F0A3-1D7B-4ADD-8CDD-0733575D47F3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9" name="TextBox 152">
              <a:extLst>
                <a:ext uri="{FF2B5EF4-FFF2-40B4-BE49-F238E27FC236}">
                  <a16:creationId xmlns:a16="http://schemas.microsoft.com/office/drawing/2014/main" id="{C30240A4-13F7-4070-80AF-AF2C443E8316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82" name="Group 157">
            <a:extLst>
              <a:ext uri="{FF2B5EF4-FFF2-40B4-BE49-F238E27FC236}">
                <a16:creationId xmlns:a16="http://schemas.microsoft.com/office/drawing/2014/main" id="{ED07BFC1-6164-4C31-8B76-11B9808969AC}"/>
              </a:ext>
            </a:extLst>
          </p:cNvPr>
          <p:cNvGrpSpPr/>
          <p:nvPr/>
        </p:nvGrpSpPr>
        <p:grpSpPr>
          <a:xfrm>
            <a:off x="5998012" y="2966623"/>
            <a:ext cx="1253507" cy="2165622"/>
            <a:chOff x="1328987" y="1594131"/>
            <a:chExt cx="1671343" cy="3657600"/>
          </a:xfrm>
        </p:grpSpPr>
        <p:sp>
          <p:nvSpPr>
            <p:cNvPr id="83" name="Rectangle: Rounded Corners 158">
              <a:extLst>
                <a:ext uri="{FF2B5EF4-FFF2-40B4-BE49-F238E27FC236}">
                  <a16:creationId xmlns:a16="http://schemas.microsoft.com/office/drawing/2014/main" id="{09394C49-6666-4C18-A411-355A942EEE6E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84" name="Group 159">
              <a:extLst>
                <a:ext uri="{FF2B5EF4-FFF2-40B4-BE49-F238E27FC236}">
                  <a16:creationId xmlns:a16="http://schemas.microsoft.com/office/drawing/2014/main" id="{9CE701F7-67B2-44B8-A92E-616643B60104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87" name="Group 164">
                <a:extLst>
                  <a:ext uri="{FF2B5EF4-FFF2-40B4-BE49-F238E27FC236}">
                    <a16:creationId xmlns:a16="http://schemas.microsoft.com/office/drawing/2014/main" id="{A2DAE386-9DE5-4C50-8B08-8B2D92264132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89" name="Oval 166">
                  <a:extLst>
                    <a:ext uri="{FF2B5EF4-FFF2-40B4-BE49-F238E27FC236}">
                      <a16:creationId xmlns:a16="http://schemas.microsoft.com/office/drawing/2014/main" id="{CBD39F52-95B8-427C-BA2B-7C1C60B83C1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0" name="Arc 89">
                  <a:extLst>
                    <a:ext uri="{FF2B5EF4-FFF2-40B4-BE49-F238E27FC236}">
                      <a16:creationId xmlns:a16="http://schemas.microsoft.com/office/drawing/2014/main" id="{8A1CADCF-ED85-459B-B3D6-AC93A8085F5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88" name="Oval 165">
                <a:extLst>
                  <a:ext uri="{FF2B5EF4-FFF2-40B4-BE49-F238E27FC236}">
                    <a16:creationId xmlns:a16="http://schemas.microsoft.com/office/drawing/2014/main" id="{3E352133-54F9-42EE-90CE-F818D81C1C3E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85" name="TextBox 160">
              <a:extLst>
                <a:ext uri="{FF2B5EF4-FFF2-40B4-BE49-F238E27FC236}">
                  <a16:creationId xmlns:a16="http://schemas.microsoft.com/office/drawing/2014/main" id="{0E8365F3-F703-4FF4-A777-A6BB140CA4B5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86" name="TextBox 163">
              <a:extLst>
                <a:ext uri="{FF2B5EF4-FFF2-40B4-BE49-F238E27FC236}">
                  <a16:creationId xmlns:a16="http://schemas.microsoft.com/office/drawing/2014/main" id="{E08253A0-461B-4F05-A5A5-A73CC9B0DF31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grpSp>
        <p:nvGrpSpPr>
          <p:cNvPr id="91" name="Group 157">
            <a:extLst>
              <a:ext uri="{FF2B5EF4-FFF2-40B4-BE49-F238E27FC236}">
                <a16:creationId xmlns:a16="http://schemas.microsoft.com/office/drawing/2014/main" id="{F8BBBFC9-ABC5-41E2-8CF9-CD45208A9E98}"/>
              </a:ext>
            </a:extLst>
          </p:cNvPr>
          <p:cNvGrpSpPr/>
          <p:nvPr/>
        </p:nvGrpSpPr>
        <p:grpSpPr>
          <a:xfrm>
            <a:off x="7724488" y="1329824"/>
            <a:ext cx="1253507" cy="2743200"/>
            <a:chOff x="1328987" y="1594131"/>
            <a:chExt cx="1671343" cy="3657600"/>
          </a:xfrm>
        </p:grpSpPr>
        <p:sp>
          <p:nvSpPr>
            <p:cNvPr id="92" name="Rectangle: Rounded Corners 158">
              <a:extLst>
                <a:ext uri="{FF2B5EF4-FFF2-40B4-BE49-F238E27FC236}">
                  <a16:creationId xmlns:a16="http://schemas.microsoft.com/office/drawing/2014/main" id="{CC57A916-D259-421F-BC66-8EF3960E4FE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93" name="Group 159">
              <a:extLst>
                <a:ext uri="{FF2B5EF4-FFF2-40B4-BE49-F238E27FC236}">
                  <a16:creationId xmlns:a16="http://schemas.microsoft.com/office/drawing/2014/main" id="{22856FEF-5864-4E63-B705-3446F0666767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96" name="Group 164">
                <a:extLst>
                  <a:ext uri="{FF2B5EF4-FFF2-40B4-BE49-F238E27FC236}">
                    <a16:creationId xmlns:a16="http://schemas.microsoft.com/office/drawing/2014/main" id="{84B6B543-CEC5-4D76-9043-C7065D7CDB23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98" name="Oval 166">
                  <a:extLst>
                    <a:ext uri="{FF2B5EF4-FFF2-40B4-BE49-F238E27FC236}">
                      <a16:creationId xmlns:a16="http://schemas.microsoft.com/office/drawing/2014/main" id="{53EE8D79-D5F2-4B55-BEE2-755C8A2252CF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D5B254CC-F8A0-49F0-9810-838C621C938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97" name="Oval 165">
                <a:extLst>
                  <a:ext uri="{FF2B5EF4-FFF2-40B4-BE49-F238E27FC236}">
                    <a16:creationId xmlns:a16="http://schemas.microsoft.com/office/drawing/2014/main" id="{32E801DB-0929-4D30-9F57-7A65D32F4AE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94" name="TextBox 160">
              <a:extLst>
                <a:ext uri="{FF2B5EF4-FFF2-40B4-BE49-F238E27FC236}">
                  <a16:creationId xmlns:a16="http://schemas.microsoft.com/office/drawing/2014/main" id="{4FACB82A-1C53-48FB-A0DB-3F40B5EE5E13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95" name="TextBox 163">
              <a:extLst>
                <a:ext uri="{FF2B5EF4-FFF2-40B4-BE49-F238E27FC236}">
                  <a16:creationId xmlns:a16="http://schemas.microsoft.com/office/drawing/2014/main" id="{4063BEBB-9DC0-4314-8915-6A3DE036FAE3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215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A0BD-2603-6782-8E06-DD19132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Train 2023-2025 </a:t>
            </a:r>
            <a:r>
              <a:rPr lang="en-US" dirty="0" err="1"/>
              <a:t>mois</a:t>
            </a:r>
            <a:r>
              <a:rPr lang="en-US" dirty="0"/>
              <a:t> 01 et 02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B0C505B-4FDE-29CC-F035-8F3503C6CCCB}"/>
              </a:ext>
            </a:extLst>
          </p:cNvPr>
          <p:cNvGrpSpPr/>
          <p:nvPr/>
        </p:nvGrpSpPr>
        <p:grpSpPr>
          <a:xfrm>
            <a:off x="166005" y="481773"/>
            <a:ext cx="1492717" cy="2185227"/>
            <a:chOff x="1169515" y="1594131"/>
            <a:chExt cx="1990290" cy="365760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B7431541-FF22-4831-15C2-FEA1F3435C28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9CB7F42-2BB3-1FD1-9466-38AE083C34DA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EB43567-0E2C-554A-12DB-68BCCCFAA41B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1B4B88B0-BF4C-C39D-4B06-6B6ABE8ED526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8F12E14-B276-1057-997A-5ECBC53401CC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30F60E5-058F-56EB-A321-BD03B99E804B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1248E0-AD0A-2F87-0FE8-25B6A2070B4C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5FA7533-CC03-D0F0-9614-EEC63E16F675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EF5DC1-FF8B-9D6A-7BFE-036955E4BF07}"/>
              </a:ext>
            </a:extLst>
          </p:cNvPr>
          <p:cNvGrpSpPr/>
          <p:nvPr/>
        </p:nvGrpSpPr>
        <p:grpSpPr>
          <a:xfrm>
            <a:off x="2999480" y="551493"/>
            <a:ext cx="1253507" cy="2295422"/>
            <a:chOff x="1328987" y="1594131"/>
            <a:chExt cx="1671343" cy="365760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09935CA-8537-485B-AF3C-AE032A7BD0C5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6C7EE78-6984-F6B7-0A49-4A64F5A5FC1C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03A4C6A8-2998-E990-B16B-7A31951C9D9F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96C9A37-B029-3C37-4F6B-AABA78923E2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9F39FF-9228-73D3-A896-FB2213AB5B41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27C2B4-5750-D6C3-8939-B62D2FAF3197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04E616-C3FB-DA32-186D-CE3A718E9923}"/>
              </a:ext>
            </a:extLst>
          </p:cNvPr>
          <p:cNvGrpSpPr/>
          <p:nvPr/>
        </p:nvGrpSpPr>
        <p:grpSpPr>
          <a:xfrm>
            <a:off x="5908454" y="651855"/>
            <a:ext cx="1253507" cy="2743200"/>
            <a:chOff x="1328987" y="1594131"/>
            <a:chExt cx="1671343" cy="3657600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15DE6AC-3FE7-43A5-0A3C-A41093973CB2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79D9937-81BD-296D-5BDB-48AB6593D45E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13084B9-A9AF-94D4-F3C7-9FC4CD38D2D5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596D4D5-8D38-3E4B-1FFC-72873A7F4149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68" name="Arc 167">
                  <a:extLst>
                    <a:ext uri="{FF2B5EF4-FFF2-40B4-BE49-F238E27FC236}">
                      <a16:creationId xmlns:a16="http://schemas.microsoft.com/office/drawing/2014/main" id="{3DC06A86-8C4D-018E-1D51-76C98066AF6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60DDBFB-3D21-343E-AB7F-C332FA3AFCF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7997128-3C2C-7498-D6A4-E0128271A5DE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6826ACA-5A0C-155B-3446-3FA0F4F34CAC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2937046" y="1987090"/>
            <a:ext cx="1302023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Disponibilité opérationnelle</a:t>
            </a:r>
          </a:p>
          <a:p>
            <a:pPr algn="r"/>
            <a:endParaRPr lang="fr-FR" sz="750" b="1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Objectif : 88                </a:t>
            </a:r>
          </a:p>
        </p:txBody>
      </p:sp>
      <p:grpSp>
        <p:nvGrpSpPr>
          <p:cNvPr id="45" name="Group 134">
            <a:extLst>
              <a:ext uri="{FF2B5EF4-FFF2-40B4-BE49-F238E27FC236}">
                <a16:creationId xmlns:a16="http://schemas.microsoft.com/office/drawing/2014/main" id="{EDB7721A-1F9A-405D-9270-4C8444A1C71B}"/>
              </a:ext>
            </a:extLst>
          </p:cNvPr>
          <p:cNvGrpSpPr/>
          <p:nvPr/>
        </p:nvGrpSpPr>
        <p:grpSpPr>
          <a:xfrm>
            <a:off x="166005" y="2855878"/>
            <a:ext cx="1492717" cy="2185227"/>
            <a:chOff x="1169515" y="1594131"/>
            <a:chExt cx="1990290" cy="3657600"/>
          </a:xfrm>
        </p:grpSpPr>
        <p:sp>
          <p:nvSpPr>
            <p:cNvPr id="46" name="Rectangle: Rounded Corners 129">
              <a:extLst>
                <a:ext uri="{FF2B5EF4-FFF2-40B4-BE49-F238E27FC236}">
                  <a16:creationId xmlns:a16="http://schemas.microsoft.com/office/drawing/2014/main" id="{7DEBBD93-E553-491C-B1FD-4BDD369B8A97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47" name="Group 75">
              <a:extLst>
                <a:ext uri="{FF2B5EF4-FFF2-40B4-BE49-F238E27FC236}">
                  <a16:creationId xmlns:a16="http://schemas.microsoft.com/office/drawing/2014/main" id="{0F00A857-B9A9-4A16-9BEC-CECEFD1F2A39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0" name="Group 66">
                <a:extLst>
                  <a:ext uri="{FF2B5EF4-FFF2-40B4-BE49-F238E27FC236}">
                    <a16:creationId xmlns:a16="http://schemas.microsoft.com/office/drawing/2014/main" id="{8D74318B-D19F-45D7-970D-BCE833F898E0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52" name="Oval 67">
                  <a:extLst>
                    <a:ext uri="{FF2B5EF4-FFF2-40B4-BE49-F238E27FC236}">
                      <a16:creationId xmlns:a16="http://schemas.microsoft.com/office/drawing/2014/main" id="{8CE5268C-189C-4FA2-9DCC-D5BE570FC008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826A8CE8-54B9-4A53-A8B1-B74EEE589D0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51" name="Oval 74">
                <a:extLst>
                  <a:ext uri="{FF2B5EF4-FFF2-40B4-BE49-F238E27FC236}">
                    <a16:creationId xmlns:a16="http://schemas.microsoft.com/office/drawing/2014/main" id="{FD34AF75-99E2-482A-A71E-26CB42795E7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48" name="TextBox 130">
              <a:extLst>
                <a:ext uri="{FF2B5EF4-FFF2-40B4-BE49-F238E27FC236}">
                  <a16:creationId xmlns:a16="http://schemas.microsoft.com/office/drawing/2014/main" id="{493C9FC2-F1BD-44FB-B5C6-C82BAEDEAF76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49" name="TextBox 133">
              <a:extLst>
                <a:ext uri="{FF2B5EF4-FFF2-40B4-BE49-F238E27FC236}">
                  <a16:creationId xmlns:a16="http://schemas.microsoft.com/office/drawing/2014/main" id="{71E083E6-C95E-4A9E-8980-9CB7352A8209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54" name="Group 134">
            <a:extLst>
              <a:ext uri="{FF2B5EF4-FFF2-40B4-BE49-F238E27FC236}">
                <a16:creationId xmlns:a16="http://schemas.microsoft.com/office/drawing/2014/main" id="{E8E87941-074F-4834-B4FB-E8385BC444A2}"/>
              </a:ext>
            </a:extLst>
          </p:cNvPr>
          <p:cNvGrpSpPr/>
          <p:nvPr/>
        </p:nvGrpSpPr>
        <p:grpSpPr>
          <a:xfrm>
            <a:off x="1523697" y="1629769"/>
            <a:ext cx="1492717" cy="2185227"/>
            <a:chOff x="1169515" y="1594131"/>
            <a:chExt cx="1990290" cy="3657600"/>
          </a:xfrm>
        </p:grpSpPr>
        <p:sp>
          <p:nvSpPr>
            <p:cNvPr id="55" name="Rectangle: Rounded Corners 129">
              <a:extLst>
                <a:ext uri="{FF2B5EF4-FFF2-40B4-BE49-F238E27FC236}">
                  <a16:creationId xmlns:a16="http://schemas.microsoft.com/office/drawing/2014/main" id="{6F6B3E0F-D053-4AEC-B0F7-DCAAA08F1413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6" name="Group 75">
              <a:extLst>
                <a:ext uri="{FF2B5EF4-FFF2-40B4-BE49-F238E27FC236}">
                  <a16:creationId xmlns:a16="http://schemas.microsoft.com/office/drawing/2014/main" id="{68191AEA-6A77-4406-A124-E62E27E7A36B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9" name="Group 66">
                <a:extLst>
                  <a:ext uri="{FF2B5EF4-FFF2-40B4-BE49-F238E27FC236}">
                    <a16:creationId xmlns:a16="http://schemas.microsoft.com/office/drawing/2014/main" id="{6CCE0EF6-B772-4027-A3D0-3DE9ACF9E307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1" name="Oval 67">
                  <a:extLst>
                    <a:ext uri="{FF2B5EF4-FFF2-40B4-BE49-F238E27FC236}">
                      <a16:creationId xmlns:a16="http://schemas.microsoft.com/office/drawing/2014/main" id="{7DBADF7F-15A6-44F7-8FF5-9F4E2E18EDD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F51A4025-FAD0-4669-B6C8-4D5CEF7A4FC7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60" name="Oval 74">
                <a:extLst>
                  <a:ext uri="{FF2B5EF4-FFF2-40B4-BE49-F238E27FC236}">
                    <a16:creationId xmlns:a16="http://schemas.microsoft.com/office/drawing/2014/main" id="{86064E71-4872-41A9-AD8F-0108735883C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7" name="TextBox 130">
              <a:extLst>
                <a:ext uri="{FF2B5EF4-FFF2-40B4-BE49-F238E27FC236}">
                  <a16:creationId xmlns:a16="http://schemas.microsoft.com/office/drawing/2014/main" id="{8E12EA41-1268-4BE2-881D-F240ED44A285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58" name="TextBox 133">
              <a:extLst>
                <a:ext uri="{FF2B5EF4-FFF2-40B4-BE49-F238E27FC236}">
                  <a16:creationId xmlns:a16="http://schemas.microsoft.com/office/drawing/2014/main" id="{C3324674-2D2B-4617-B0DF-B9C314C1ADA6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63" name="Group 146">
            <a:extLst>
              <a:ext uri="{FF2B5EF4-FFF2-40B4-BE49-F238E27FC236}">
                <a16:creationId xmlns:a16="http://schemas.microsoft.com/office/drawing/2014/main" id="{9B880771-6962-4082-A14C-E8ACFF4BF83D}"/>
              </a:ext>
            </a:extLst>
          </p:cNvPr>
          <p:cNvGrpSpPr/>
          <p:nvPr/>
        </p:nvGrpSpPr>
        <p:grpSpPr>
          <a:xfrm>
            <a:off x="2954340" y="3196713"/>
            <a:ext cx="1253507" cy="1929750"/>
            <a:chOff x="1328987" y="1594131"/>
            <a:chExt cx="1671343" cy="3657600"/>
          </a:xfrm>
        </p:grpSpPr>
        <p:sp>
          <p:nvSpPr>
            <p:cNvPr id="64" name="Rectangle: Rounded Corners 147">
              <a:extLst>
                <a:ext uri="{FF2B5EF4-FFF2-40B4-BE49-F238E27FC236}">
                  <a16:creationId xmlns:a16="http://schemas.microsoft.com/office/drawing/2014/main" id="{20926B32-8000-492C-96E9-C2754FF31781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5" name="Group 148">
              <a:extLst>
                <a:ext uri="{FF2B5EF4-FFF2-40B4-BE49-F238E27FC236}">
                  <a16:creationId xmlns:a16="http://schemas.microsoft.com/office/drawing/2014/main" id="{40580698-2FB1-4672-8B65-79350CFA3380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71" name="Oval 155">
                <a:extLst>
                  <a:ext uri="{FF2B5EF4-FFF2-40B4-BE49-F238E27FC236}">
                    <a16:creationId xmlns:a16="http://schemas.microsoft.com/office/drawing/2014/main" id="{B099B786-8BD6-4393-86C1-CB34AF2EB4BB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2" name="Oval 154">
                <a:extLst>
                  <a:ext uri="{FF2B5EF4-FFF2-40B4-BE49-F238E27FC236}">
                    <a16:creationId xmlns:a16="http://schemas.microsoft.com/office/drawing/2014/main" id="{67338BB2-CCF3-4ACD-8332-C1B75A933185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6" name="TextBox 149">
              <a:extLst>
                <a:ext uri="{FF2B5EF4-FFF2-40B4-BE49-F238E27FC236}">
                  <a16:creationId xmlns:a16="http://schemas.microsoft.com/office/drawing/2014/main" id="{BE8138B0-3EFF-4CD1-B09E-5BE34999A109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0" name="TextBox 152">
              <a:extLst>
                <a:ext uri="{FF2B5EF4-FFF2-40B4-BE49-F238E27FC236}">
                  <a16:creationId xmlns:a16="http://schemas.microsoft.com/office/drawing/2014/main" id="{38AFC181-82AF-4758-A70C-ED219D7BE203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73" name="Group 146">
            <a:extLst>
              <a:ext uri="{FF2B5EF4-FFF2-40B4-BE49-F238E27FC236}">
                <a16:creationId xmlns:a16="http://schemas.microsoft.com/office/drawing/2014/main" id="{153041B6-5F7A-4D9C-8A16-89EA8198302D}"/>
              </a:ext>
            </a:extLst>
          </p:cNvPr>
          <p:cNvGrpSpPr/>
          <p:nvPr/>
        </p:nvGrpSpPr>
        <p:grpSpPr>
          <a:xfrm>
            <a:off x="4369564" y="1719402"/>
            <a:ext cx="1253507" cy="1929750"/>
            <a:chOff x="1328987" y="1594131"/>
            <a:chExt cx="1671343" cy="3657600"/>
          </a:xfrm>
        </p:grpSpPr>
        <p:sp>
          <p:nvSpPr>
            <p:cNvPr id="74" name="Rectangle: Rounded Corners 147">
              <a:extLst>
                <a:ext uri="{FF2B5EF4-FFF2-40B4-BE49-F238E27FC236}">
                  <a16:creationId xmlns:a16="http://schemas.microsoft.com/office/drawing/2014/main" id="{A27BAFDE-3B69-4954-8D7B-BCC1F1139CB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7" name="Group 148">
              <a:extLst>
                <a:ext uri="{FF2B5EF4-FFF2-40B4-BE49-F238E27FC236}">
                  <a16:creationId xmlns:a16="http://schemas.microsoft.com/office/drawing/2014/main" id="{BB8DEA4F-C40A-4B97-A7C4-C2658242504B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80" name="Oval 155">
                <a:extLst>
                  <a:ext uri="{FF2B5EF4-FFF2-40B4-BE49-F238E27FC236}">
                    <a16:creationId xmlns:a16="http://schemas.microsoft.com/office/drawing/2014/main" id="{1852E1E9-100F-4ADD-A529-EE2D1B736B42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" name="Oval 154">
                <a:extLst>
                  <a:ext uri="{FF2B5EF4-FFF2-40B4-BE49-F238E27FC236}">
                    <a16:creationId xmlns:a16="http://schemas.microsoft.com/office/drawing/2014/main" id="{CFD4EE31-7E7D-4E1A-A245-F89019683100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78" name="TextBox 149">
              <a:extLst>
                <a:ext uri="{FF2B5EF4-FFF2-40B4-BE49-F238E27FC236}">
                  <a16:creationId xmlns:a16="http://schemas.microsoft.com/office/drawing/2014/main" id="{7688F0A3-1D7B-4ADD-8CDD-0733575D47F3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9" name="TextBox 152">
              <a:extLst>
                <a:ext uri="{FF2B5EF4-FFF2-40B4-BE49-F238E27FC236}">
                  <a16:creationId xmlns:a16="http://schemas.microsoft.com/office/drawing/2014/main" id="{C30240A4-13F7-4070-80AF-AF2C443E8316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82" name="Group 157">
            <a:extLst>
              <a:ext uri="{FF2B5EF4-FFF2-40B4-BE49-F238E27FC236}">
                <a16:creationId xmlns:a16="http://schemas.microsoft.com/office/drawing/2014/main" id="{ED07BFC1-6164-4C31-8B76-11B9808969AC}"/>
              </a:ext>
            </a:extLst>
          </p:cNvPr>
          <p:cNvGrpSpPr/>
          <p:nvPr/>
        </p:nvGrpSpPr>
        <p:grpSpPr>
          <a:xfrm>
            <a:off x="5998012" y="2966623"/>
            <a:ext cx="1253507" cy="2165622"/>
            <a:chOff x="1328987" y="1594131"/>
            <a:chExt cx="1671343" cy="3657600"/>
          </a:xfrm>
        </p:grpSpPr>
        <p:sp>
          <p:nvSpPr>
            <p:cNvPr id="83" name="Rectangle: Rounded Corners 158">
              <a:extLst>
                <a:ext uri="{FF2B5EF4-FFF2-40B4-BE49-F238E27FC236}">
                  <a16:creationId xmlns:a16="http://schemas.microsoft.com/office/drawing/2014/main" id="{09394C49-6666-4C18-A411-355A942EEE6E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84" name="Group 159">
              <a:extLst>
                <a:ext uri="{FF2B5EF4-FFF2-40B4-BE49-F238E27FC236}">
                  <a16:creationId xmlns:a16="http://schemas.microsoft.com/office/drawing/2014/main" id="{9CE701F7-67B2-44B8-A92E-616643B60104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87" name="Group 164">
                <a:extLst>
                  <a:ext uri="{FF2B5EF4-FFF2-40B4-BE49-F238E27FC236}">
                    <a16:creationId xmlns:a16="http://schemas.microsoft.com/office/drawing/2014/main" id="{A2DAE386-9DE5-4C50-8B08-8B2D92264132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89" name="Oval 166">
                  <a:extLst>
                    <a:ext uri="{FF2B5EF4-FFF2-40B4-BE49-F238E27FC236}">
                      <a16:creationId xmlns:a16="http://schemas.microsoft.com/office/drawing/2014/main" id="{CBD39F52-95B8-427C-BA2B-7C1C60B83C1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0" name="Arc 89">
                  <a:extLst>
                    <a:ext uri="{FF2B5EF4-FFF2-40B4-BE49-F238E27FC236}">
                      <a16:creationId xmlns:a16="http://schemas.microsoft.com/office/drawing/2014/main" id="{8A1CADCF-ED85-459B-B3D6-AC93A8085F5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88" name="Oval 165">
                <a:extLst>
                  <a:ext uri="{FF2B5EF4-FFF2-40B4-BE49-F238E27FC236}">
                    <a16:creationId xmlns:a16="http://schemas.microsoft.com/office/drawing/2014/main" id="{3E352133-54F9-42EE-90CE-F818D81C1C3E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85" name="TextBox 160">
              <a:extLst>
                <a:ext uri="{FF2B5EF4-FFF2-40B4-BE49-F238E27FC236}">
                  <a16:creationId xmlns:a16="http://schemas.microsoft.com/office/drawing/2014/main" id="{0E8365F3-F703-4FF4-A777-A6BB140CA4B5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86" name="TextBox 163">
              <a:extLst>
                <a:ext uri="{FF2B5EF4-FFF2-40B4-BE49-F238E27FC236}">
                  <a16:creationId xmlns:a16="http://schemas.microsoft.com/office/drawing/2014/main" id="{E08253A0-461B-4F05-A5A5-A73CC9B0DF31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grpSp>
        <p:nvGrpSpPr>
          <p:cNvPr id="91" name="Group 157">
            <a:extLst>
              <a:ext uri="{FF2B5EF4-FFF2-40B4-BE49-F238E27FC236}">
                <a16:creationId xmlns:a16="http://schemas.microsoft.com/office/drawing/2014/main" id="{F8BBBFC9-ABC5-41E2-8CF9-CD45208A9E98}"/>
              </a:ext>
            </a:extLst>
          </p:cNvPr>
          <p:cNvGrpSpPr/>
          <p:nvPr/>
        </p:nvGrpSpPr>
        <p:grpSpPr>
          <a:xfrm>
            <a:off x="7724488" y="1329824"/>
            <a:ext cx="1253507" cy="2743200"/>
            <a:chOff x="1328987" y="1594131"/>
            <a:chExt cx="1671343" cy="3657600"/>
          </a:xfrm>
        </p:grpSpPr>
        <p:sp>
          <p:nvSpPr>
            <p:cNvPr id="92" name="Rectangle: Rounded Corners 158">
              <a:extLst>
                <a:ext uri="{FF2B5EF4-FFF2-40B4-BE49-F238E27FC236}">
                  <a16:creationId xmlns:a16="http://schemas.microsoft.com/office/drawing/2014/main" id="{CC57A916-D259-421F-BC66-8EF3960E4FE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93" name="Group 159">
              <a:extLst>
                <a:ext uri="{FF2B5EF4-FFF2-40B4-BE49-F238E27FC236}">
                  <a16:creationId xmlns:a16="http://schemas.microsoft.com/office/drawing/2014/main" id="{22856FEF-5864-4E63-B705-3446F0666767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96" name="Group 164">
                <a:extLst>
                  <a:ext uri="{FF2B5EF4-FFF2-40B4-BE49-F238E27FC236}">
                    <a16:creationId xmlns:a16="http://schemas.microsoft.com/office/drawing/2014/main" id="{84B6B543-CEC5-4D76-9043-C7065D7CDB23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98" name="Oval 166">
                  <a:extLst>
                    <a:ext uri="{FF2B5EF4-FFF2-40B4-BE49-F238E27FC236}">
                      <a16:creationId xmlns:a16="http://schemas.microsoft.com/office/drawing/2014/main" id="{53EE8D79-D5F2-4B55-BEE2-755C8A2252CF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D5B254CC-F8A0-49F0-9810-838C621C938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97" name="Oval 165">
                <a:extLst>
                  <a:ext uri="{FF2B5EF4-FFF2-40B4-BE49-F238E27FC236}">
                    <a16:creationId xmlns:a16="http://schemas.microsoft.com/office/drawing/2014/main" id="{32E801DB-0929-4D30-9F57-7A65D32F4AE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94" name="TextBox 160">
              <a:extLst>
                <a:ext uri="{FF2B5EF4-FFF2-40B4-BE49-F238E27FC236}">
                  <a16:creationId xmlns:a16="http://schemas.microsoft.com/office/drawing/2014/main" id="{4FACB82A-1C53-48FB-A0DB-3F40B5EE5E13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95" name="TextBox 163">
              <a:extLst>
                <a:ext uri="{FF2B5EF4-FFF2-40B4-BE49-F238E27FC236}">
                  <a16:creationId xmlns:a16="http://schemas.microsoft.com/office/drawing/2014/main" id="{4063BEBB-9DC0-4314-8915-6A3DE036FAE3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883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A0BD-2603-6782-8E06-DD19132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Train 2023-2025 </a:t>
            </a:r>
            <a:r>
              <a:rPr lang="en-US" dirty="0" err="1"/>
              <a:t>mois</a:t>
            </a:r>
            <a:r>
              <a:rPr lang="en-US" dirty="0"/>
              <a:t> 01 et 02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B0C505B-4FDE-29CC-F035-8F3503C6CCCB}"/>
              </a:ext>
            </a:extLst>
          </p:cNvPr>
          <p:cNvGrpSpPr/>
          <p:nvPr/>
        </p:nvGrpSpPr>
        <p:grpSpPr>
          <a:xfrm>
            <a:off x="166005" y="481773"/>
            <a:ext cx="1492717" cy="2185227"/>
            <a:chOff x="1169515" y="1594131"/>
            <a:chExt cx="1990290" cy="365760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B7431541-FF22-4831-15C2-FEA1F3435C28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9CB7F42-2BB3-1FD1-9466-38AE083C34DA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EB43567-0E2C-554A-12DB-68BCCCFAA41B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1B4B88B0-BF4C-C39D-4B06-6B6ABE8ED526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8F12E14-B276-1057-997A-5ECBC53401CC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30F60E5-058F-56EB-A321-BD03B99E804B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1248E0-AD0A-2F87-0FE8-25B6A2070B4C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5FA7533-CC03-D0F0-9614-EEC63E16F675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EF5DC1-FF8B-9D6A-7BFE-036955E4BF07}"/>
              </a:ext>
            </a:extLst>
          </p:cNvPr>
          <p:cNvGrpSpPr/>
          <p:nvPr/>
        </p:nvGrpSpPr>
        <p:grpSpPr>
          <a:xfrm>
            <a:off x="2999480" y="551493"/>
            <a:ext cx="1253507" cy="2295422"/>
            <a:chOff x="1328987" y="1594131"/>
            <a:chExt cx="1671343" cy="365760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09935CA-8537-485B-AF3C-AE032A7BD0C5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6C7EE78-6984-F6B7-0A49-4A64F5A5FC1C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03A4C6A8-2998-E990-B16B-7A31951C9D9F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96C9A37-B029-3C37-4F6B-AABA78923E2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9F39FF-9228-73D3-A896-FB2213AB5B41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27C2B4-5750-D6C3-8939-B62D2FAF3197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04E616-C3FB-DA32-186D-CE3A718E9923}"/>
              </a:ext>
            </a:extLst>
          </p:cNvPr>
          <p:cNvGrpSpPr/>
          <p:nvPr/>
        </p:nvGrpSpPr>
        <p:grpSpPr>
          <a:xfrm>
            <a:off x="5908454" y="651855"/>
            <a:ext cx="1253507" cy="2743200"/>
            <a:chOff x="1328987" y="1594131"/>
            <a:chExt cx="1671343" cy="3657600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15DE6AC-3FE7-43A5-0A3C-A41093973CB2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79D9937-81BD-296D-5BDB-48AB6593D45E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13084B9-A9AF-94D4-F3C7-9FC4CD38D2D5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596D4D5-8D38-3E4B-1FFC-72873A7F4149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68" name="Arc 167">
                  <a:extLst>
                    <a:ext uri="{FF2B5EF4-FFF2-40B4-BE49-F238E27FC236}">
                      <a16:creationId xmlns:a16="http://schemas.microsoft.com/office/drawing/2014/main" id="{3DC06A86-8C4D-018E-1D51-76C98066AF6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60DDBFB-3D21-343E-AB7F-C332FA3AFCF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7997128-3C2C-7498-D6A4-E0128271A5DE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6826ACA-5A0C-155B-3446-3FA0F4F34CAC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2937046" y="1987090"/>
            <a:ext cx="1302023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Disponibilité opérationnelle</a:t>
            </a:r>
          </a:p>
          <a:p>
            <a:pPr algn="r"/>
            <a:endParaRPr lang="fr-FR" sz="750" b="1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Objectif : 88                </a:t>
            </a:r>
          </a:p>
        </p:txBody>
      </p:sp>
      <p:grpSp>
        <p:nvGrpSpPr>
          <p:cNvPr id="45" name="Group 134">
            <a:extLst>
              <a:ext uri="{FF2B5EF4-FFF2-40B4-BE49-F238E27FC236}">
                <a16:creationId xmlns:a16="http://schemas.microsoft.com/office/drawing/2014/main" id="{EDB7721A-1F9A-405D-9270-4C8444A1C71B}"/>
              </a:ext>
            </a:extLst>
          </p:cNvPr>
          <p:cNvGrpSpPr/>
          <p:nvPr/>
        </p:nvGrpSpPr>
        <p:grpSpPr>
          <a:xfrm>
            <a:off x="166005" y="2855878"/>
            <a:ext cx="1492717" cy="2185227"/>
            <a:chOff x="1169515" y="1594131"/>
            <a:chExt cx="1990290" cy="3657600"/>
          </a:xfrm>
        </p:grpSpPr>
        <p:sp>
          <p:nvSpPr>
            <p:cNvPr id="46" name="Rectangle: Rounded Corners 129">
              <a:extLst>
                <a:ext uri="{FF2B5EF4-FFF2-40B4-BE49-F238E27FC236}">
                  <a16:creationId xmlns:a16="http://schemas.microsoft.com/office/drawing/2014/main" id="{7DEBBD93-E553-491C-B1FD-4BDD369B8A97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47" name="Group 75">
              <a:extLst>
                <a:ext uri="{FF2B5EF4-FFF2-40B4-BE49-F238E27FC236}">
                  <a16:creationId xmlns:a16="http://schemas.microsoft.com/office/drawing/2014/main" id="{0F00A857-B9A9-4A16-9BEC-CECEFD1F2A39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0" name="Group 66">
                <a:extLst>
                  <a:ext uri="{FF2B5EF4-FFF2-40B4-BE49-F238E27FC236}">
                    <a16:creationId xmlns:a16="http://schemas.microsoft.com/office/drawing/2014/main" id="{8D74318B-D19F-45D7-970D-BCE833F898E0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52" name="Oval 67">
                  <a:extLst>
                    <a:ext uri="{FF2B5EF4-FFF2-40B4-BE49-F238E27FC236}">
                      <a16:creationId xmlns:a16="http://schemas.microsoft.com/office/drawing/2014/main" id="{8CE5268C-189C-4FA2-9DCC-D5BE570FC008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826A8CE8-54B9-4A53-A8B1-B74EEE589D0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51" name="Oval 74">
                <a:extLst>
                  <a:ext uri="{FF2B5EF4-FFF2-40B4-BE49-F238E27FC236}">
                    <a16:creationId xmlns:a16="http://schemas.microsoft.com/office/drawing/2014/main" id="{FD34AF75-99E2-482A-A71E-26CB42795E7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48" name="TextBox 130">
              <a:extLst>
                <a:ext uri="{FF2B5EF4-FFF2-40B4-BE49-F238E27FC236}">
                  <a16:creationId xmlns:a16="http://schemas.microsoft.com/office/drawing/2014/main" id="{493C9FC2-F1BD-44FB-B5C6-C82BAEDEAF76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49" name="TextBox 133">
              <a:extLst>
                <a:ext uri="{FF2B5EF4-FFF2-40B4-BE49-F238E27FC236}">
                  <a16:creationId xmlns:a16="http://schemas.microsoft.com/office/drawing/2014/main" id="{71E083E6-C95E-4A9E-8980-9CB7352A8209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54" name="Group 134">
            <a:extLst>
              <a:ext uri="{FF2B5EF4-FFF2-40B4-BE49-F238E27FC236}">
                <a16:creationId xmlns:a16="http://schemas.microsoft.com/office/drawing/2014/main" id="{E8E87941-074F-4834-B4FB-E8385BC444A2}"/>
              </a:ext>
            </a:extLst>
          </p:cNvPr>
          <p:cNvGrpSpPr/>
          <p:nvPr/>
        </p:nvGrpSpPr>
        <p:grpSpPr>
          <a:xfrm>
            <a:off x="1523697" y="1629769"/>
            <a:ext cx="1492717" cy="2185227"/>
            <a:chOff x="1169515" y="1594131"/>
            <a:chExt cx="1990290" cy="3657600"/>
          </a:xfrm>
        </p:grpSpPr>
        <p:sp>
          <p:nvSpPr>
            <p:cNvPr id="55" name="Rectangle: Rounded Corners 129">
              <a:extLst>
                <a:ext uri="{FF2B5EF4-FFF2-40B4-BE49-F238E27FC236}">
                  <a16:creationId xmlns:a16="http://schemas.microsoft.com/office/drawing/2014/main" id="{6F6B3E0F-D053-4AEC-B0F7-DCAAA08F1413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6" name="Group 75">
              <a:extLst>
                <a:ext uri="{FF2B5EF4-FFF2-40B4-BE49-F238E27FC236}">
                  <a16:creationId xmlns:a16="http://schemas.microsoft.com/office/drawing/2014/main" id="{68191AEA-6A77-4406-A124-E62E27E7A36B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9" name="Group 66">
                <a:extLst>
                  <a:ext uri="{FF2B5EF4-FFF2-40B4-BE49-F238E27FC236}">
                    <a16:creationId xmlns:a16="http://schemas.microsoft.com/office/drawing/2014/main" id="{6CCE0EF6-B772-4027-A3D0-3DE9ACF9E307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1" name="Oval 67">
                  <a:extLst>
                    <a:ext uri="{FF2B5EF4-FFF2-40B4-BE49-F238E27FC236}">
                      <a16:creationId xmlns:a16="http://schemas.microsoft.com/office/drawing/2014/main" id="{7DBADF7F-15A6-44F7-8FF5-9F4E2E18EDD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F51A4025-FAD0-4669-B6C8-4D5CEF7A4FC7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60" name="Oval 74">
                <a:extLst>
                  <a:ext uri="{FF2B5EF4-FFF2-40B4-BE49-F238E27FC236}">
                    <a16:creationId xmlns:a16="http://schemas.microsoft.com/office/drawing/2014/main" id="{86064E71-4872-41A9-AD8F-0108735883C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7" name="TextBox 130">
              <a:extLst>
                <a:ext uri="{FF2B5EF4-FFF2-40B4-BE49-F238E27FC236}">
                  <a16:creationId xmlns:a16="http://schemas.microsoft.com/office/drawing/2014/main" id="{8E12EA41-1268-4BE2-881D-F240ED44A285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58" name="TextBox 133">
              <a:extLst>
                <a:ext uri="{FF2B5EF4-FFF2-40B4-BE49-F238E27FC236}">
                  <a16:creationId xmlns:a16="http://schemas.microsoft.com/office/drawing/2014/main" id="{C3324674-2D2B-4617-B0DF-B9C314C1ADA6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63" name="Group 146">
            <a:extLst>
              <a:ext uri="{FF2B5EF4-FFF2-40B4-BE49-F238E27FC236}">
                <a16:creationId xmlns:a16="http://schemas.microsoft.com/office/drawing/2014/main" id="{9B880771-6962-4082-A14C-E8ACFF4BF83D}"/>
              </a:ext>
            </a:extLst>
          </p:cNvPr>
          <p:cNvGrpSpPr/>
          <p:nvPr/>
        </p:nvGrpSpPr>
        <p:grpSpPr>
          <a:xfrm>
            <a:off x="2954340" y="3196713"/>
            <a:ext cx="1253507" cy="1929750"/>
            <a:chOff x="1328987" y="1594131"/>
            <a:chExt cx="1671343" cy="3657600"/>
          </a:xfrm>
        </p:grpSpPr>
        <p:sp>
          <p:nvSpPr>
            <p:cNvPr id="64" name="Rectangle: Rounded Corners 147">
              <a:extLst>
                <a:ext uri="{FF2B5EF4-FFF2-40B4-BE49-F238E27FC236}">
                  <a16:creationId xmlns:a16="http://schemas.microsoft.com/office/drawing/2014/main" id="{20926B32-8000-492C-96E9-C2754FF31781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5" name="Group 148">
              <a:extLst>
                <a:ext uri="{FF2B5EF4-FFF2-40B4-BE49-F238E27FC236}">
                  <a16:creationId xmlns:a16="http://schemas.microsoft.com/office/drawing/2014/main" id="{40580698-2FB1-4672-8B65-79350CFA3380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71" name="Oval 155">
                <a:extLst>
                  <a:ext uri="{FF2B5EF4-FFF2-40B4-BE49-F238E27FC236}">
                    <a16:creationId xmlns:a16="http://schemas.microsoft.com/office/drawing/2014/main" id="{B099B786-8BD6-4393-86C1-CB34AF2EB4BB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2" name="Oval 154">
                <a:extLst>
                  <a:ext uri="{FF2B5EF4-FFF2-40B4-BE49-F238E27FC236}">
                    <a16:creationId xmlns:a16="http://schemas.microsoft.com/office/drawing/2014/main" id="{67338BB2-CCF3-4ACD-8332-C1B75A933185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6" name="TextBox 149">
              <a:extLst>
                <a:ext uri="{FF2B5EF4-FFF2-40B4-BE49-F238E27FC236}">
                  <a16:creationId xmlns:a16="http://schemas.microsoft.com/office/drawing/2014/main" id="{BE8138B0-3EFF-4CD1-B09E-5BE34999A109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0" name="TextBox 152">
              <a:extLst>
                <a:ext uri="{FF2B5EF4-FFF2-40B4-BE49-F238E27FC236}">
                  <a16:creationId xmlns:a16="http://schemas.microsoft.com/office/drawing/2014/main" id="{38AFC181-82AF-4758-A70C-ED219D7BE203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73" name="Group 146">
            <a:extLst>
              <a:ext uri="{FF2B5EF4-FFF2-40B4-BE49-F238E27FC236}">
                <a16:creationId xmlns:a16="http://schemas.microsoft.com/office/drawing/2014/main" id="{153041B6-5F7A-4D9C-8A16-89EA8198302D}"/>
              </a:ext>
            </a:extLst>
          </p:cNvPr>
          <p:cNvGrpSpPr/>
          <p:nvPr/>
        </p:nvGrpSpPr>
        <p:grpSpPr>
          <a:xfrm>
            <a:off x="4369564" y="1719402"/>
            <a:ext cx="1253507" cy="1929750"/>
            <a:chOff x="1328987" y="1594131"/>
            <a:chExt cx="1671343" cy="3657600"/>
          </a:xfrm>
        </p:grpSpPr>
        <p:sp>
          <p:nvSpPr>
            <p:cNvPr id="74" name="Rectangle: Rounded Corners 147">
              <a:extLst>
                <a:ext uri="{FF2B5EF4-FFF2-40B4-BE49-F238E27FC236}">
                  <a16:creationId xmlns:a16="http://schemas.microsoft.com/office/drawing/2014/main" id="{A27BAFDE-3B69-4954-8D7B-BCC1F1139CB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7" name="Group 148">
              <a:extLst>
                <a:ext uri="{FF2B5EF4-FFF2-40B4-BE49-F238E27FC236}">
                  <a16:creationId xmlns:a16="http://schemas.microsoft.com/office/drawing/2014/main" id="{BB8DEA4F-C40A-4B97-A7C4-C2658242504B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80" name="Oval 155">
                <a:extLst>
                  <a:ext uri="{FF2B5EF4-FFF2-40B4-BE49-F238E27FC236}">
                    <a16:creationId xmlns:a16="http://schemas.microsoft.com/office/drawing/2014/main" id="{1852E1E9-100F-4ADD-A529-EE2D1B736B42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" name="Oval 154">
                <a:extLst>
                  <a:ext uri="{FF2B5EF4-FFF2-40B4-BE49-F238E27FC236}">
                    <a16:creationId xmlns:a16="http://schemas.microsoft.com/office/drawing/2014/main" id="{CFD4EE31-7E7D-4E1A-A245-F89019683100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78" name="TextBox 149">
              <a:extLst>
                <a:ext uri="{FF2B5EF4-FFF2-40B4-BE49-F238E27FC236}">
                  <a16:creationId xmlns:a16="http://schemas.microsoft.com/office/drawing/2014/main" id="{7688F0A3-1D7B-4ADD-8CDD-0733575D47F3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9" name="TextBox 152">
              <a:extLst>
                <a:ext uri="{FF2B5EF4-FFF2-40B4-BE49-F238E27FC236}">
                  <a16:creationId xmlns:a16="http://schemas.microsoft.com/office/drawing/2014/main" id="{C30240A4-13F7-4070-80AF-AF2C443E8316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82" name="Group 157">
            <a:extLst>
              <a:ext uri="{FF2B5EF4-FFF2-40B4-BE49-F238E27FC236}">
                <a16:creationId xmlns:a16="http://schemas.microsoft.com/office/drawing/2014/main" id="{ED07BFC1-6164-4C31-8B76-11B9808969AC}"/>
              </a:ext>
            </a:extLst>
          </p:cNvPr>
          <p:cNvGrpSpPr/>
          <p:nvPr/>
        </p:nvGrpSpPr>
        <p:grpSpPr>
          <a:xfrm>
            <a:off x="5998012" y="2966623"/>
            <a:ext cx="1253507" cy="2165622"/>
            <a:chOff x="1328987" y="1594131"/>
            <a:chExt cx="1671343" cy="3657600"/>
          </a:xfrm>
        </p:grpSpPr>
        <p:sp>
          <p:nvSpPr>
            <p:cNvPr id="83" name="Rectangle: Rounded Corners 158">
              <a:extLst>
                <a:ext uri="{FF2B5EF4-FFF2-40B4-BE49-F238E27FC236}">
                  <a16:creationId xmlns:a16="http://schemas.microsoft.com/office/drawing/2014/main" id="{09394C49-6666-4C18-A411-355A942EEE6E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84" name="Group 159">
              <a:extLst>
                <a:ext uri="{FF2B5EF4-FFF2-40B4-BE49-F238E27FC236}">
                  <a16:creationId xmlns:a16="http://schemas.microsoft.com/office/drawing/2014/main" id="{9CE701F7-67B2-44B8-A92E-616643B60104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87" name="Group 164">
                <a:extLst>
                  <a:ext uri="{FF2B5EF4-FFF2-40B4-BE49-F238E27FC236}">
                    <a16:creationId xmlns:a16="http://schemas.microsoft.com/office/drawing/2014/main" id="{A2DAE386-9DE5-4C50-8B08-8B2D92264132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89" name="Oval 166">
                  <a:extLst>
                    <a:ext uri="{FF2B5EF4-FFF2-40B4-BE49-F238E27FC236}">
                      <a16:creationId xmlns:a16="http://schemas.microsoft.com/office/drawing/2014/main" id="{CBD39F52-95B8-427C-BA2B-7C1C60B83C1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0" name="Arc 89">
                  <a:extLst>
                    <a:ext uri="{FF2B5EF4-FFF2-40B4-BE49-F238E27FC236}">
                      <a16:creationId xmlns:a16="http://schemas.microsoft.com/office/drawing/2014/main" id="{8A1CADCF-ED85-459B-B3D6-AC93A8085F5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88" name="Oval 165">
                <a:extLst>
                  <a:ext uri="{FF2B5EF4-FFF2-40B4-BE49-F238E27FC236}">
                    <a16:creationId xmlns:a16="http://schemas.microsoft.com/office/drawing/2014/main" id="{3E352133-54F9-42EE-90CE-F818D81C1C3E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85" name="TextBox 160">
              <a:extLst>
                <a:ext uri="{FF2B5EF4-FFF2-40B4-BE49-F238E27FC236}">
                  <a16:creationId xmlns:a16="http://schemas.microsoft.com/office/drawing/2014/main" id="{0E8365F3-F703-4FF4-A777-A6BB140CA4B5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86" name="TextBox 163">
              <a:extLst>
                <a:ext uri="{FF2B5EF4-FFF2-40B4-BE49-F238E27FC236}">
                  <a16:creationId xmlns:a16="http://schemas.microsoft.com/office/drawing/2014/main" id="{E08253A0-461B-4F05-A5A5-A73CC9B0DF31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grpSp>
        <p:nvGrpSpPr>
          <p:cNvPr id="91" name="Group 157">
            <a:extLst>
              <a:ext uri="{FF2B5EF4-FFF2-40B4-BE49-F238E27FC236}">
                <a16:creationId xmlns:a16="http://schemas.microsoft.com/office/drawing/2014/main" id="{F8BBBFC9-ABC5-41E2-8CF9-CD45208A9E98}"/>
              </a:ext>
            </a:extLst>
          </p:cNvPr>
          <p:cNvGrpSpPr/>
          <p:nvPr/>
        </p:nvGrpSpPr>
        <p:grpSpPr>
          <a:xfrm>
            <a:off x="7724488" y="1329824"/>
            <a:ext cx="1253507" cy="2743200"/>
            <a:chOff x="1328987" y="1594131"/>
            <a:chExt cx="1671343" cy="3657600"/>
          </a:xfrm>
        </p:grpSpPr>
        <p:sp>
          <p:nvSpPr>
            <p:cNvPr id="92" name="Rectangle: Rounded Corners 158">
              <a:extLst>
                <a:ext uri="{FF2B5EF4-FFF2-40B4-BE49-F238E27FC236}">
                  <a16:creationId xmlns:a16="http://schemas.microsoft.com/office/drawing/2014/main" id="{CC57A916-D259-421F-BC66-8EF3960E4FE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93" name="Group 159">
              <a:extLst>
                <a:ext uri="{FF2B5EF4-FFF2-40B4-BE49-F238E27FC236}">
                  <a16:creationId xmlns:a16="http://schemas.microsoft.com/office/drawing/2014/main" id="{22856FEF-5864-4E63-B705-3446F0666767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96" name="Group 164">
                <a:extLst>
                  <a:ext uri="{FF2B5EF4-FFF2-40B4-BE49-F238E27FC236}">
                    <a16:creationId xmlns:a16="http://schemas.microsoft.com/office/drawing/2014/main" id="{84B6B543-CEC5-4D76-9043-C7065D7CDB23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98" name="Oval 166">
                  <a:extLst>
                    <a:ext uri="{FF2B5EF4-FFF2-40B4-BE49-F238E27FC236}">
                      <a16:creationId xmlns:a16="http://schemas.microsoft.com/office/drawing/2014/main" id="{53EE8D79-D5F2-4B55-BEE2-755C8A2252CF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D5B254CC-F8A0-49F0-9810-838C621C938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97" name="Oval 165">
                <a:extLst>
                  <a:ext uri="{FF2B5EF4-FFF2-40B4-BE49-F238E27FC236}">
                    <a16:creationId xmlns:a16="http://schemas.microsoft.com/office/drawing/2014/main" id="{32E801DB-0929-4D30-9F57-7A65D32F4AE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94" name="TextBox 160">
              <a:extLst>
                <a:ext uri="{FF2B5EF4-FFF2-40B4-BE49-F238E27FC236}">
                  <a16:creationId xmlns:a16="http://schemas.microsoft.com/office/drawing/2014/main" id="{4FACB82A-1C53-48FB-A0DB-3F40B5EE5E13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95" name="TextBox 163">
              <a:extLst>
                <a:ext uri="{FF2B5EF4-FFF2-40B4-BE49-F238E27FC236}">
                  <a16:creationId xmlns:a16="http://schemas.microsoft.com/office/drawing/2014/main" id="{4063BEBB-9DC0-4314-8915-6A3DE036FAE3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276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A0BD-2603-6782-8E06-DD19132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Train 2023-2025 </a:t>
            </a:r>
            <a:r>
              <a:rPr lang="en-US" dirty="0" err="1"/>
              <a:t>mois</a:t>
            </a:r>
            <a:r>
              <a:rPr lang="en-US" dirty="0"/>
              <a:t> 01 et 02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B0C505B-4FDE-29CC-F035-8F3503C6CCCB}"/>
              </a:ext>
            </a:extLst>
          </p:cNvPr>
          <p:cNvGrpSpPr/>
          <p:nvPr/>
        </p:nvGrpSpPr>
        <p:grpSpPr>
          <a:xfrm>
            <a:off x="166005" y="481773"/>
            <a:ext cx="1492717" cy="2185227"/>
            <a:chOff x="1169515" y="1594131"/>
            <a:chExt cx="1990290" cy="365760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B7431541-FF22-4831-15C2-FEA1F3435C28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9CB7F42-2BB3-1FD1-9466-38AE083C34DA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EB43567-0E2C-554A-12DB-68BCCCFAA41B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1B4B88B0-BF4C-C39D-4B06-6B6ABE8ED526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8F12E14-B276-1057-997A-5ECBC53401CC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30F60E5-058F-56EB-A321-BD03B99E804B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1248E0-AD0A-2F87-0FE8-25B6A2070B4C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5FA7533-CC03-D0F0-9614-EEC63E16F675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EF5DC1-FF8B-9D6A-7BFE-036955E4BF07}"/>
              </a:ext>
            </a:extLst>
          </p:cNvPr>
          <p:cNvGrpSpPr/>
          <p:nvPr/>
        </p:nvGrpSpPr>
        <p:grpSpPr>
          <a:xfrm>
            <a:off x="2999480" y="551493"/>
            <a:ext cx="1253507" cy="2295422"/>
            <a:chOff x="1328987" y="1594131"/>
            <a:chExt cx="1671343" cy="365760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09935CA-8537-485B-AF3C-AE032A7BD0C5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6C7EE78-6984-F6B7-0A49-4A64F5A5FC1C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03A4C6A8-2998-E990-B16B-7A31951C9D9F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96C9A37-B029-3C37-4F6B-AABA78923E2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9F39FF-9228-73D3-A896-FB2213AB5B41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27C2B4-5750-D6C3-8939-B62D2FAF3197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04E616-C3FB-DA32-186D-CE3A718E9923}"/>
              </a:ext>
            </a:extLst>
          </p:cNvPr>
          <p:cNvGrpSpPr/>
          <p:nvPr/>
        </p:nvGrpSpPr>
        <p:grpSpPr>
          <a:xfrm>
            <a:off x="5908454" y="651855"/>
            <a:ext cx="1253507" cy="2743200"/>
            <a:chOff x="1328987" y="1594131"/>
            <a:chExt cx="1671343" cy="3657600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15DE6AC-3FE7-43A5-0A3C-A41093973CB2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79D9937-81BD-296D-5BDB-48AB6593D45E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13084B9-A9AF-94D4-F3C7-9FC4CD38D2D5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596D4D5-8D38-3E4B-1FFC-72873A7F4149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68" name="Arc 167">
                  <a:extLst>
                    <a:ext uri="{FF2B5EF4-FFF2-40B4-BE49-F238E27FC236}">
                      <a16:creationId xmlns:a16="http://schemas.microsoft.com/office/drawing/2014/main" id="{3DC06A86-8C4D-018E-1D51-76C98066AF6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60DDBFB-3D21-343E-AB7F-C332FA3AFCF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7997128-3C2C-7498-D6A4-E0128271A5DE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6826ACA-5A0C-155B-3446-3FA0F4F34CAC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2937046" y="1987090"/>
            <a:ext cx="1302023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Disponibilité opérationnelle</a:t>
            </a:r>
          </a:p>
          <a:p>
            <a:pPr algn="r"/>
            <a:endParaRPr lang="fr-FR" sz="750" b="1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Objectif : 88                </a:t>
            </a:r>
          </a:p>
        </p:txBody>
      </p:sp>
      <p:grpSp>
        <p:nvGrpSpPr>
          <p:cNvPr id="45" name="Group 134">
            <a:extLst>
              <a:ext uri="{FF2B5EF4-FFF2-40B4-BE49-F238E27FC236}">
                <a16:creationId xmlns:a16="http://schemas.microsoft.com/office/drawing/2014/main" id="{EDB7721A-1F9A-405D-9270-4C8444A1C71B}"/>
              </a:ext>
            </a:extLst>
          </p:cNvPr>
          <p:cNvGrpSpPr/>
          <p:nvPr/>
        </p:nvGrpSpPr>
        <p:grpSpPr>
          <a:xfrm>
            <a:off x="166005" y="2855878"/>
            <a:ext cx="1492717" cy="2185227"/>
            <a:chOff x="1169515" y="1594131"/>
            <a:chExt cx="1990290" cy="3657600"/>
          </a:xfrm>
        </p:grpSpPr>
        <p:sp>
          <p:nvSpPr>
            <p:cNvPr id="46" name="Rectangle: Rounded Corners 129">
              <a:extLst>
                <a:ext uri="{FF2B5EF4-FFF2-40B4-BE49-F238E27FC236}">
                  <a16:creationId xmlns:a16="http://schemas.microsoft.com/office/drawing/2014/main" id="{7DEBBD93-E553-491C-B1FD-4BDD369B8A97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47" name="Group 75">
              <a:extLst>
                <a:ext uri="{FF2B5EF4-FFF2-40B4-BE49-F238E27FC236}">
                  <a16:creationId xmlns:a16="http://schemas.microsoft.com/office/drawing/2014/main" id="{0F00A857-B9A9-4A16-9BEC-CECEFD1F2A39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0" name="Group 66">
                <a:extLst>
                  <a:ext uri="{FF2B5EF4-FFF2-40B4-BE49-F238E27FC236}">
                    <a16:creationId xmlns:a16="http://schemas.microsoft.com/office/drawing/2014/main" id="{8D74318B-D19F-45D7-970D-BCE833F898E0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52" name="Oval 67">
                  <a:extLst>
                    <a:ext uri="{FF2B5EF4-FFF2-40B4-BE49-F238E27FC236}">
                      <a16:creationId xmlns:a16="http://schemas.microsoft.com/office/drawing/2014/main" id="{8CE5268C-189C-4FA2-9DCC-D5BE570FC008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826A8CE8-54B9-4A53-A8B1-B74EEE589D0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51" name="Oval 74">
                <a:extLst>
                  <a:ext uri="{FF2B5EF4-FFF2-40B4-BE49-F238E27FC236}">
                    <a16:creationId xmlns:a16="http://schemas.microsoft.com/office/drawing/2014/main" id="{FD34AF75-99E2-482A-A71E-26CB42795E7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48" name="TextBox 130">
              <a:extLst>
                <a:ext uri="{FF2B5EF4-FFF2-40B4-BE49-F238E27FC236}">
                  <a16:creationId xmlns:a16="http://schemas.microsoft.com/office/drawing/2014/main" id="{493C9FC2-F1BD-44FB-B5C6-C82BAEDEAF76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49" name="TextBox 133">
              <a:extLst>
                <a:ext uri="{FF2B5EF4-FFF2-40B4-BE49-F238E27FC236}">
                  <a16:creationId xmlns:a16="http://schemas.microsoft.com/office/drawing/2014/main" id="{71E083E6-C95E-4A9E-8980-9CB7352A8209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54" name="Group 134">
            <a:extLst>
              <a:ext uri="{FF2B5EF4-FFF2-40B4-BE49-F238E27FC236}">
                <a16:creationId xmlns:a16="http://schemas.microsoft.com/office/drawing/2014/main" id="{E8E87941-074F-4834-B4FB-E8385BC444A2}"/>
              </a:ext>
            </a:extLst>
          </p:cNvPr>
          <p:cNvGrpSpPr/>
          <p:nvPr/>
        </p:nvGrpSpPr>
        <p:grpSpPr>
          <a:xfrm>
            <a:off x="1523697" y="1629769"/>
            <a:ext cx="1492717" cy="2185227"/>
            <a:chOff x="1169515" y="1594131"/>
            <a:chExt cx="1990290" cy="3657600"/>
          </a:xfrm>
        </p:grpSpPr>
        <p:sp>
          <p:nvSpPr>
            <p:cNvPr id="55" name="Rectangle: Rounded Corners 129">
              <a:extLst>
                <a:ext uri="{FF2B5EF4-FFF2-40B4-BE49-F238E27FC236}">
                  <a16:creationId xmlns:a16="http://schemas.microsoft.com/office/drawing/2014/main" id="{6F6B3E0F-D053-4AEC-B0F7-DCAAA08F1413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6" name="Group 75">
              <a:extLst>
                <a:ext uri="{FF2B5EF4-FFF2-40B4-BE49-F238E27FC236}">
                  <a16:creationId xmlns:a16="http://schemas.microsoft.com/office/drawing/2014/main" id="{68191AEA-6A77-4406-A124-E62E27E7A36B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9" name="Group 66">
                <a:extLst>
                  <a:ext uri="{FF2B5EF4-FFF2-40B4-BE49-F238E27FC236}">
                    <a16:creationId xmlns:a16="http://schemas.microsoft.com/office/drawing/2014/main" id="{6CCE0EF6-B772-4027-A3D0-3DE9ACF9E307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1" name="Oval 67">
                  <a:extLst>
                    <a:ext uri="{FF2B5EF4-FFF2-40B4-BE49-F238E27FC236}">
                      <a16:creationId xmlns:a16="http://schemas.microsoft.com/office/drawing/2014/main" id="{7DBADF7F-15A6-44F7-8FF5-9F4E2E18EDD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F51A4025-FAD0-4669-B6C8-4D5CEF7A4FC7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60" name="Oval 74">
                <a:extLst>
                  <a:ext uri="{FF2B5EF4-FFF2-40B4-BE49-F238E27FC236}">
                    <a16:creationId xmlns:a16="http://schemas.microsoft.com/office/drawing/2014/main" id="{86064E71-4872-41A9-AD8F-0108735883C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7" name="TextBox 130">
              <a:extLst>
                <a:ext uri="{FF2B5EF4-FFF2-40B4-BE49-F238E27FC236}">
                  <a16:creationId xmlns:a16="http://schemas.microsoft.com/office/drawing/2014/main" id="{8E12EA41-1268-4BE2-881D-F240ED44A285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58" name="TextBox 133">
              <a:extLst>
                <a:ext uri="{FF2B5EF4-FFF2-40B4-BE49-F238E27FC236}">
                  <a16:creationId xmlns:a16="http://schemas.microsoft.com/office/drawing/2014/main" id="{C3324674-2D2B-4617-B0DF-B9C314C1ADA6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63" name="Group 146">
            <a:extLst>
              <a:ext uri="{FF2B5EF4-FFF2-40B4-BE49-F238E27FC236}">
                <a16:creationId xmlns:a16="http://schemas.microsoft.com/office/drawing/2014/main" id="{9B880771-6962-4082-A14C-E8ACFF4BF83D}"/>
              </a:ext>
            </a:extLst>
          </p:cNvPr>
          <p:cNvGrpSpPr/>
          <p:nvPr/>
        </p:nvGrpSpPr>
        <p:grpSpPr>
          <a:xfrm>
            <a:off x="2954340" y="3196713"/>
            <a:ext cx="1253507" cy="1929750"/>
            <a:chOff x="1328987" y="1594131"/>
            <a:chExt cx="1671343" cy="3657600"/>
          </a:xfrm>
        </p:grpSpPr>
        <p:sp>
          <p:nvSpPr>
            <p:cNvPr id="64" name="Rectangle: Rounded Corners 147">
              <a:extLst>
                <a:ext uri="{FF2B5EF4-FFF2-40B4-BE49-F238E27FC236}">
                  <a16:creationId xmlns:a16="http://schemas.microsoft.com/office/drawing/2014/main" id="{20926B32-8000-492C-96E9-C2754FF31781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5" name="Group 148">
              <a:extLst>
                <a:ext uri="{FF2B5EF4-FFF2-40B4-BE49-F238E27FC236}">
                  <a16:creationId xmlns:a16="http://schemas.microsoft.com/office/drawing/2014/main" id="{40580698-2FB1-4672-8B65-79350CFA3380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71" name="Oval 155">
                <a:extLst>
                  <a:ext uri="{FF2B5EF4-FFF2-40B4-BE49-F238E27FC236}">
                    <a16:creationId xmlns:a16="http://schemas.microsoft.com/office/drawing/2014/main" id="{B099B786-8BD6-4393-86C1-CB34AF2EB4BB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2" name="Oval 154">
                <a:extLst>
                  <a:ext uri="{FF2B5EF4-FFF2-40B4-BE49-F238E27FC236}">
                    <a16:creationId xmlns:a16="http://schemas.microsoft.com/office/drawing/2014/main" id="{67338BB2-CCF3-4ACD-8332-C1B75A933185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6" name="TextBox 149">
              <a:extLst>
                <a:ext uri="{FF2B5EF4-FFF2-40B4-BE49-F238E27FC236}">
                  <a16:creationId xmlns:a16="http://schemas.microsoft.com/office/drawing/2014/main" id="{BE8138B0-3EFF-4CD1-B09E-5BE34999A109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0" name="TextBox 152">
              <a:extLst>
                <a:ext uri="{FF2B5EF4-FFF2-40B4-BE49-F238E27FC236}">
                  <a16:creationId xmlns:a16="http://schemas.microsoft.com/office/drawing/2014/main" id="{38AFC181-82AF-4758-A70C-ED219D7BE203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73" name="Group 146">
            <a:extLst>
              <a:ext uri="{FF2B5EF4-FFF2-40B4-BE49-F238E27FC236}">
                <a16:creationId xmlns:a16="http://schemas.microsoft.com/office/drawing/2014/main" id="{153041B6-5F7A-4D9C-8A16-89EA8198302D}"/>
              </a:ext>
            </a:extLst>
          </p:cNvPr>
          <p:cNvGrpSpPr/>
          <p:nvPr/>
        </p:nvGrpSpPr>
        <p:grpSpPr>
          <a:xfrm>
            <a:off x="4369564" y="1719402"/>
            <a:ext cx="1253507" cy="1929750"/>
            <a:chOff x="1328987" y="1594131"/>
            <a:chExt cx="1671343" cy="3657600"/>
          </a:xfrm>
        </p:grpSpPr>
        <p:sp>
          <p:nvSpPr>
            <p:cNvPr id="74" name="Rectangle: Rounded Corners 147">
              <a:extLst>
                <a:ext uri="{FF2B5EF4-FFF2-40B4-BE49-F238E27FC236}">
                  <a16:creationId xmlns:a16="http://schemas.microsoft.com/office/drawing/2014/main" id="{A27BAFDE-3B69-4954-8D7B-BCC1F1139CB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7" name="Group 148">
              <a:extLst>
                <a:ext uri="{FF2B5EF4-FFF2-40B4-BE49-F238E27FC236}">
                  <a16:creationId xmlns:a16="http://schemas.microsoft.com/office/drawing/2014/main" id="{BB8DEA4F-C40A-4B97-A7C4-C2658242504B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80" name="Oval 155">
                <a:extLst>
                  <a:ext uri="{FF2B5EF4-FFF2-40B4-BE49-F238E27FC236}">
                    <a16:creationId xmlns:a16="http://schemas.microsoft.com/office/drawing/2014/main" id="{1852E1E9-100F-4ADD-A529-EE2D1B736B42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" name="Oval 154">
                <a:extLst>
                  <a:ext uri="{FF2B5EF4-FFF2-40B4-BE49-F238E27FC236}">
                    <a16:creationId xmlns:a16="http://schemas.microsoft.com/office/drawing/2014/main" id="{CFD4EE31-7E7D-4E1A-A245-F89019683100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78" name="TextBox 149">
              <a:extLst>
                <a:ext uri="{FF2B5EF4-FFF2-40B4-BE49-F238E27FC236}">
                  <a16:creationId xmlns:a16="http://schemas.microsoft.com/office/drawing/2014/main" id="{7688F0A3-1D7B-4ADD-8CDD-0733575D47F3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9" name="TextBox 152">
              <a:extLst>
                <a:ext uri="{FF2B5EF4-FFF2-40B4-BE49-F238E27FC236}">
                  <a16:creationId xmlns:a16="http://schemas.microsoft.com/office/drawing/2014/main" id="{C30240A4-13F7-4070-80AF-AF2C443E8316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82" name="Group 157">
            <a:extLst>
              <a:ext uri="{FF2B5EF4-FFF2-40B4-BE49-F238E27FC236}">
                <a16:creationId xmlns:a16="http://schemas.microsoft.com/office/drawing/2014/main" id="{ED07BFC1-6164-4C31-8B76-11B9808969AC}"/>
              </a:ext>
            </a:extLst>
          </p:cNvPr>
          <p:cNvGrpSpPr/>
          <p:nvPr/>
        </p:nvGrpSpPr>
        <p:grpSpPr>
          <a:xfrm>
            <a:off x="5998012" y="2966623"/>
            <a:ext cx="1253507" cy="2165622"/>
            <a:chOff x="1328987" y="1594131"/>
            <a:chExt cx="1671343" cy="3657600"/>
          </a:xfrm>
        </p:grpSpPr>
        <p:sp>
          <p:nvSpPr>
            <p:cNvPr id="83" name="Rectangle: Rounded Corners 158">
              <a:extLst>
                <a:ext uri="{FF2B5EF4-FFF2-40B4-BE49-F238E27FC236}">
                  <a16:creationId xmlns:a16="http://schemas.microsoft.com/office/drawing/2014/main" id="{09394C49-6666-4C18-A411-355A942EEE6E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84" name="Group 159">
              <a:extLst>
                <a:ext uri="{FF2B5EF4-FFF2-40B4-BE49-F238E27FC236}">
                  <a16:creationId xmlns:a16="http://schemas.microsoft.com/office/drawing/2014/main" id="{9CE701F7-67B2-44B8-A92E-616643B60104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87" name="Group 164">
                <a:extLst>
                  <a:ext uri="{FF2B5EF4-FFF2-40B4-BE49-F238E27FC236}">
                    <a16:creationId xmlns:a16="http://schemas.microsoft.com/office/drawing/2014/main" id="{A2DAE386-9DE5-4C50-8B08-8B2D92264132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89" name="Oval 166">
                  <a:extLst>
                    <a:ext uri="{FF2B5EF4-FFF2-40B4-BE49-F238E27FC236}">
                      <a16:creationId xmlns:a16="http://schemas.microsoft.com/office/drawing/2014/main" id="{CBD39F52-95B8-427C-BA2B-7C1C60B83C1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0" name="Arc 89">
                  <a:extLst>
                    <a:ext uri="{FF2B5EF4-FFF2-40B4-BE49-F238E27FC236}">
                      <a16:creationId xmlns:a16="http://schemas.microsoft.com/office/drawing/2014/main" id="{8A1CADCF-ED85-459B-B3D6-AC93A8085F5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88" name="Oval 165">
                <a:extLst>
                  <a:ext uri="{FF2B5EF4-FFF2-40B4-BE49-F238E27FC236}">
                    <a16:creationId xmlns:a16="http://schemas.microsoft.com/office/drawing/2014/main" id="{3E352133-54F9-42EE-90CE-F818D81C1C3E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85" name="TextBox 160">
              <a:extLst>
                <a:ext uri="{FF2B5EF4-FFF2-40B4-BE49-F238E27FC236}">
                  <a16:creationId xmlns:a16="http://schemas.microsoft.com/office/drawing/2014/main" id="{0E8365F3-F703-4FF4-A777-A6BB140CA4B5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86" name="TextBox 163">
              <a:extLst>
                <a:ext uri="{FF2B5EF4-FFF2-40B4-BE49-F238E27FC236}">
                  <a16:creationId xmlns:a16="http://schemas.microsoft.com/office/drawing/2014/main" id="{E08253A0-461B-4F05-A5A5-A73CC9B0DF31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grpSp>
        <p:nvGrpSpPr>
          <p:cNvPr id="91" name="Group 157">
            <a:extLst>
              <a:ext uri="{FF2B5EF4-FFF2-40B4-BE49-F238E27FC236}">
                <a16:creationId xmlns:a16="http://schemas.microsoft.com/office/drawing/2014/main" id="{F8BBBFC9-ABC5-41E2-8CF9-CD45208A9E98}"/>
              </a:ext>
            </a:extLst>
          </p:cNvPr>
          <p:cNvGrpSpPr/>
          <p:nvPr/>
        </p:nvGrpSpPr>
        <p:grpSpPr>
          <a:xfrm>
            <a:off x="7724488" y="1329824"/>
            <a:ext cx="1253507" cy="2743200"/>
            <a:chOff x="1328987" y="1594131"/>
            <a:chExt cx="1671343" cy="3657600"/>
          </a:xfrm>
        </p:grpSpPr>
        <p:sp>
          <p:nvSpPr>
            <p:cNvPr id="92" name="Rectangle: Rounded Corners 158">
              <a:extLst>
                <a:ext uri="{FF2B5EF4-FFF2-40B4-BE49-F238E27FC236}">
                  <a16:creationId xmlns:a16="http://schemas.microsoft.com/office/drawing/2014/main" id="{CC57A916-D259-421F-BC66-8EF3960E4FE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93" name="Group 159">
              <a:extLst>
                <a:ext uri="{FF2B5EF4-FFF2-40B4-BE49-F238E27FC236}">
                  <a16:creationId xmlns:a16="http://schemas.microsoft.com/office/drawing/2014/main" id="{22856FEF-5864-4E63-B705-3446F0666767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96" name="Group 164">
                <a:extLst>
                  <a:ext uri="{FF2B5EF4-FFF2-40B4-BE49-F238E27FC236}">
                    <a16:creationId xmlns:a16="http://schemas.microsoft.com/office/drawing/2014/main" id="{84B6B543-CEC5-4D76-9043-C7065D7CDB23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98" name="Oval 166">
                  <a:extLst>
                    <a:ext uri="{FF2B5EF4-FFF2-40B4-BE49-F238E27FC236}">
                      <a16:creationId xmlns:a16="http://schemas.microsoft.com/office/drawing/2014/main" id="{53EE8D79-D5F2-4B55-BEE2-755C8A2252CF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D5B254CC-F8A0-49F0-9810-838C621C938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97" name="Oval 165">
                <a:extLst>
                  <a:ext uri="{FF2B5EF4-FFF2-40B4-BE49-F238E27FC236}">
                    <a16:creationId xmlns:a16="http://schemas.microsoft.com/office/drawing/2014/main" id="{32E801DB-0929-4D30-9F57-7A65D32F4AE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94" name="TextBox 160">
              <a:extLst>
                <a:ext uri="{FF2B5EF4-FFF2-40B4-BE49-F238E27FC236}">
                  <a16:creationId xmlns:a16="http://schemas.microsoft.com/office/drawing/2014/main" id="{4FACB82A-1C53-48FB-A0DB-3F40B5EE5E13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95" name="TextBox 163">
              <a:extLst>
                <a:ext uri="{FF2B5EF4-FFF2-40B4-BE49-F238E27FC236}">
                  <a16:creationId xmlns:a16="http://schemas.microsoft.com/office/drawing/2014/main" id="{4063BEBB-9DC0-4314-8915-6A3DE036FAE3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0912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A0BD-2603-6782-8E06-DD19132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Train 2023-2025 </a:t>
            </a:r>
            <a:r>
              <a:rPr lang="en-US" dirty="0" err="1"/>
              <a:t>mois</a:t>
            </a:r>
            <a:r>
              <a:rPr lang="en-US" dirty="0"/>
              <a:t> 01 et 02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B0C505B-4FDE-29CC-F035-8F3503C6CCCB}"/>
              </a:ext>
            </a:extLst>
          </p:cNvPr>
          <p:cNvGrpSpPr/>
          <p:nvPr/>
        </p:nvGrpSpPr>
        <p:grpSpPr>
          <a:xfrm>
            <a:off x="166005" y="481773"/>
            <a:ext cx="1492717" cy="2185227"/>
            <a:chOff x="1169515" y="1594131"/>
            <a:chExt cx="1990290" cy="365760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B7431541-FF22-4831-15C2-FEA1F3435C28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9CB7F42-2BB3-1FD1-9466-38AE083C34DA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EB43567-0E2C-554A-12DB-68BCCCFAA41B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1B4B88B0-BF4C-C39D-4B06-6B6ABE8ED526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8F12E14-B276-1057-997A-5ECBC53401CC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30F60E5-058F-56EB-A321-BD03B99E804B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1248E0-AD0A-2F87-0FE8-25B6A2070B4C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5FA7533-CC03-D0F0-9614-EEC63E16F675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EF5DC1-FF8B-9D6A-7BFE-036955E4BF07}"/>
              </a:ext>
            </a:extLst>
          </p:cNvPr>
          <p:cNvGrpSpPr/>
          <p:nvPr/>
        </p:nvGrpSpPr>
        <p:grpSpPr>
          <a:xfrm>
            <a:off x="2999480" y="551493"/>
            <a:ext cx="1253507" cy="2295422"/>
            <a:chOff x="1328987" y="1594131"/>
            <a:chExt cx="1671343" cy="365760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09935CA-8537-485B-AF3C-AE032A7BD0C5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6C7EE78-6984-F6B7-0A49-4A64F5A5FC1C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03A4C6A8-2998-E990-B16B-7A31951C9D9F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96C9A37-B029-3C37-4F6B-AABA78923E2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9F39FF-9228-73D3-A896-FB2213AB5B41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27C2B4-5750-D6C3-8939-B62D2FAF3197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04E616-C3FB-DA32-186D-CE3A718E9923}"/>
              </a:ext>
            </a:extLst>
          </p:cNvPr>
          <p:cNvGrpSpPr/>
          <p:nvPr/>
        </p:nvGrpSpPr>
        <p:grpSpPr>
          <a:xfrm>
            <a:off x="5908454" y="651855"/>
            <a:ext cx="1253507" cy="2743200"/>
            <a:chOff x="1328987" y="1594131"/>
            <a:chExt cx="1671343" cy="3657600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15DE6AC-3FE7-43A5-0A3C-A41093973CB2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79D9937-81BD-296D-5BDB-48AB6593D45E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13084B9-A9AF-94D4-F3C7-9FC4CD38D2D5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596D4D5-8D38-3E4B-1FFC-72873A7F4149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68" name="Arc 167">
                  <a:extLst>
                    <a:ext uri="{FF2B5EF4-FFF2-40B4-BE49-F238E27FC236}">
                      <a16:creationId xmlns:a16="http://schemas.microsoft.com/office/drawing/2014/main" id="{3DC06A86-8C4D-018E-1D51-76C98066AF6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60DDBFB-3D21-343E-AB7F-C332FA3AFCF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7997128-3C2C-7498-D6A4-E0128271A5DE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6826ACA-5A0C-155B-3446-3FA0F4F34CAC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2937046" y="1987090"/>
            <a:ext cx="1302023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Disponibilité opérationnelle</a:t>
            </a:r>
          </a:p>
          <a:p>
            <a:pPr algn="r"/>
            <a:endParaRPr lang="fr-FR" sz="750" b="1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Objectif : 88                </a:t>
            </a:r>
          </a:p>
        </p:txBody>
      </p:sp>
      <p:grpSp>
        <p:nvGrpSpPr>
          <p:cNvPr id="45" name="Group 134">
            <a:extLst>
              <a:ext uri="{FF2B5EF4-FFF2-40B4-BE49-F238E27FC236}">
                <a16:creationId xmlns:a16="http://schemas.microsoft.com/office/drawing/2014/main" id="{EDB7721A-1F9A-405D-9270-4C8444A1C71B}"/>
              </a:ext>
            </a:extLst>
          </p:cNvPr>
          <p:cNvGrpSpPr/>
          <p:nvPr/>
        </p:nvGrpSpPr>
        <p:grpSpPr>
          <a:xfrm>
            <a:off x="166005" y="2855878"/>
            <a:ext cx="1492717" cy="2185227"/>
            <a:chOff x="1169515" y="1594131"/>
            <a:chExt cx="1990290" cy="3657600"/>
          </a:xfrm>
        </p:grpSpPr>
        <p:sp>
          <p:nvSpPr>
            <p:cNvPr id="46" name="Rectangle: Rounded Corners 129">
              <a:extLst>
                <a:ext uri="{FF2B5EF4-FFF2-40B4-BE49-F238E27FC236}">
                  <a16:creationId xmlns:a16="http://schemas.microsoft.com/office/drawing/2014/main" id="{7DEBBD93-E553-491C-B1FD-4BDD369B8A97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47" name="Group 75">
              <a:extLst>
                <a:ext uri="{FF2B5EF4-FFF2-40B4-BE49-F238E27FC236}">
                  <a16:creationId xmlns:a16="http://schemas.microsoft.com/office/drawing/2014/main" id="{0F00A857-B9A9-4A16-9BEC-CECEFD1F2A39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0" name="Group 66">
                <a:extLst>
                  <a:ext uri="{FF2B5EF4-FFF2-40B4-BE49-F238E27FC236}">
                    <a16:creationId xmlns:a16="http://schemas.microsoft.com/office/drawing/2014/main" id="{8D74318B-D19F-45D7-970D-BCE833F898E0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52" name="Oval 67">
                  <a:extLst>
                    <a:ext uri="{FF2B5EF4-FFF2-40B4-BE49-F238E27FC236}">
                      <a16:creationId xmlns:a16="http://schemas.microsoft.com/office/drawing/2014/main" id="{8CE5268C-189C-4FA2-9DCC-D5BE570FC008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826A8CE8-54B9-4A53-A8B1-B74EEE589D0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51" name="Oval 74">
                <a:extLst>
                  <a:ext uri="{FF2B5EF4-FFF2-40B4-BE49-F238E27FC236}">
                    <a16:creationId xmlns:a16="http://schemas.microsoft.com/office/drawing/2014/main" id="{FD34AF75-99E2-482A-A71E-26CB42795E7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48" name="TextBox 130">
              <a:extLst>
                <a:ext uri="{FF2B5EF4-FFF2-40B4-BE49-F238E27FC236}">
                  <a16:creationId xmlns:a16="http://schemas.microsoft.com/office/drawing/2014/main" id="{493C9FC2-F1BD-44FB-B5C6-C82BAEDEAF76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49" name="TextBox 133">
              <a:extLst>
                <a:ext uri="{FF2B5EF4-FFF2-40B4-BE49-F238E27FC236}">
                  <a16:creationId xmlns:a16="http://schemas.microsoft.com/office/drawing/2014/main" id="{71E083E6-C95E-4A9E-8980-9CB7352A8209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54" name="Group 134">
            <a:extLst>
              <a:ext uri="{FF2B5EF4-FFF2-40B4-BE49-F238E27FC236}">
                <a16:creationId xmlns:a16="http://schemas.microsoft.com/office/drawing/2014/main" id="{E8E87941-074F-4834-B4FB-E8385BC444A2}"/>
              </a:ext>
            </a:extLst>
          </p:cNvPr>
          <p:cNvGrpSpPr/>
          <p:nvPr/>
        </p:nvGrpSpPr>
        <p:grpSpPr>
          <a:xfrm>
            <a:off x="1523697" y="1629769"/>
            <a:ext cx="1492717" cy="2185227"/>
            <a:chOff x="1169515" y="1594131"/>
            <a:chExt cx="1990290" cy="3657600"/>
          </a:xfrm>
        </p:grpSpPr>
        <p:sp>
          <p:nvSpPr>
            <p:cNvPr id="55" name="Rectangle: Rounded Corners 129">
              <a:extLst>
                <a:ext uri="{FF2B5EF4-FFF2-40B4-BE49-F238E27FC236}">
                  <a16:creationId xmlns:a16="http://schemas.microsoft.com/office/drawing/2014/main" id="{6F6B3E0F-D053-4AEC-B0F7-DCAAA08F1413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6" name="Group 75">
              <a:extLst>
                <a:ext uri="{FF2B5EF4-FFF2-40B4-BE49-F238E27FC236}">
                  <a16:creationId xmlns:a16="http://schemas.microsoft.com/office/drawing/2014/main" id="{68191AEA-6A77-4406-A124-E62E27E7A36B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9" name="Group 66">
                <a:extLst>
                  <a:ext uri="{FF2B5EF4-FFF2-40B4-BE49-F238E27FC236}">
                    <a16:creationId xmlns:a16="http://schemas.microsoft.com/office/drawing/2014/main" id="{6CCE0EF6-B772-4027-A3D0-3DE9ACF9E307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1" name="Oval 67">
                  <a:extLst>
                    <a:ext uri="{FF2B5EF4-FFF2-40B4-BE49-F238E27FC236}">
                      <a16:creationId xmlns:a16="http://schemas.microsoft.com/office/drawing/2014/main" id="{7DBADF7F-15A6-44F7-8FF5-9F4E2E18EDD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F51A4025-FAD0-4669-B6C8-4D5CEF7A4FC7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60" name="Oval 74">
                <a:extLst>
                  <a:ext uri="{FF2B5EF4-FFF2-40B4-BE49-F238E27FC236}">
                    <a16:creationId xmlns:a16="http://schemas.microsoft.com/office/drawing/2014/main" id="{86064E71-4872-41A9-AD8F-0108735883C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7" name="TextBox 130">
              <a:extLst>
                <a:ext uri="{FF2B5EF4-FFF2-40B4-BE49-F238E27FC236}">
                  <a16:creationId xmlns:a16="http://schemas.microsoft.com/office/drawing/2014/main" id="{8E12EA41-1268-4BE2-881D-F240ED44A285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58" name="TextBox 133">
              <a:extLst>
                <a:ext uri="{FF2B5EF4-FFF2-40B4-BE49-F238E27FC236}">
                  <a16:creationId xmlns:a16="http://schemas.microsoft.com/office/drawing/2014/main" id="{C3324674-2D2B-4617-B0DF-B9C314C1ADA6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63" name="Group 146">
            <a:extLst>
              <a:ext uri="{FF2B5EF4-FFF2-40B4-BE49-F238E27FC236}">
                <a16:creationId xmlns:a16="http://schemas.microsoft.com/office/drawing/2014/main" id="{9B880771-6962-4082-A14C-E8ACFF4BF83D}"/>
              </a:ext>
            </a:extLst>
          </p:cNvPr>
          <p:cNvGrpSpPr/>
          <p:nvPr/>
        </p:nvGrpSpPr>
        <p:grpSpPr>
          <a:xfrm>
            <a:off x="2954340" y="3196713"/>
            <a:ext cx="1253507" cy="1929750"/>
            <a:chOff x="1328987" y="1594131"/>
            <a:chExt cx="1671343" cy="3657600"/>
          </a:xfrm>
        </p:grpSpPr>
        <p:sp>
          <p:nvSpPr>
            <p:cNvPr id="64" name="Rectangle: Rounded Corners 147">
              <a:extLst>
                <a:ext uri="{FF2B5EF4-FFF2-40B4-BE49-F238E27FC236}">
                  <a16:creationId xmlns:a16="http://schemas.microsoft.com/office/drawing/2014/main" id="{20926B32-8000-492C-96E9-C2754FF31781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5" name="Group 148">
              <a:extLst>
                <a:ext uri="{FF2B5EF4-FFF2-40B4-BE49-F238E27FC236}">
                  <a16:creationId xmlns:a16="http://schemas.microsoft.com/office/drawing/2014/main" id="{40580698-2FB1-4672-8B65-79350CFA3380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71" name="Oval 155">
                <a:extLst>
                  <a:ext uri="{FF2B5EF4-FFF2-40B4-BE49-F238E27FC236}">
                    <a16:creationId xmlns:a16="http://schemas.microsoft.com/office/drawing/2014/main" id="{B099B786-8BD6-4393-86C1-CB34AF2EB4BB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2" name="Oval 154">
                <a:extLst>
                  <a:ext uri="{FF2B5EF4-FFF2-40B4-BE49-F238E27FC236}">
                    <a16:creationId xmlns:a16="http://schemas.microsoft.com/office/drawing/2014/main" id="{67338BB2-CCF3-4ACD-8332-C1B75A933185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6" name="TextBox 149">
              <a:extLst>
                <a:ext uri="{FF2B5EF4-FFF2-40B4-BE49-F238E27FC236}">
                  <a16:creationId xmlns:a16="http://schemas.microsoft.com/office/drawing/2014/main" id="{BE8138B0-3EFF-4CD1-B09E-5BE34999A109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0" name="TextBox 152">
              <a:extLst>
                <a:ext uri="{FF2B5EF4-FFF2-40B4-BE49-F238E27FC236}">
                  <a16:creationId xmlns:a16="http://schemas.microsoft.com/office/drawing/2014/main" id="{38AFC181-82AF-4758-A70C-ED219D7BE203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73" name="Group 146">
            <a:extLst>
              <a:ext uri="{FF2B5EF4-FFF2-40B4-BE49-F238E27FC236}">
                <a16:creationId xmlns:a16="http://schemas.microsoft.com/office/drawing/2014/main" id="{153041B6-5F7A-4D9C-8A16-89EA8198302D}"/>
              </a:ext>
            </a:extLst>
          </p:cNvPr>
          <p:cNvGrpSpPr/>
          <p:nvPr/>
        </p:nvGrpSpPr>
        <p:grpSpPr>
          <a:xfrm>
            <a:off x="4369564" y="1719402"/>
            <a:ext cx="1253507" cy="1929750"/>
            <a:chOff x="1328987" y="1594131"/>
            <a:chExt cx="1671343" cy="3657600"/>
          </a:xfrm>
        </p:grpSpPr>
        <p:sp>
          <p:nvSpPr>
            <p:cNvPr id="74" name="Rectangle: Rounded Corners 147">
              <a:extLst>
                <a:ext uri="{FF2B5EF4-FFF2-40B4-BE49-F238E27FC236}">
                  <a16:creationId xmlns:a16="http://schemas.microsoft.com/office/drawing/2014/main" id="{A27BAFDE-3B69-4954-8D7B-BCC1F1139CB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7" name="Group 148">
              <a:extLst>
                <a:ext uri="{FF2B5EF4-FFF2-40B4-BE49-F238E27FC236}">
                  <a16:creationId xmlns:a16="http://schemas.microsoft.com/office/drawing/2014/main" id="{BB8DEA4F-C40A-4B97-A7C4-C2658242504B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80" name="Oval 155">
                <a:extLst>
                  <a:ext uri="{FF2B5EF4-FFF2-40B4-BE49-F238E27FC236}">
                    <a16:creationId xmlns:a16="http://schemas.microsoft.com/office/drawing/2014/main" id="{1852E1E9-100F-4ADD-A529-EE2D1B736B42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" name="Oval 154">
                <a:extLst>
                  <a:ext uri="{FF2B5EF4-FFF2-40B4-BE49-F238E27FC236}">
                    <a16:creationId xmlns:a16="http://schemas.microsoft.com/office/drawing/2014/main" id="{CFD4EE31-7E7D-4E1A-A245-F89019683100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78" name="TextBox 149">
              <a:extLst>
                <a:ext uri="{FF2B5EF4-FFF2-40B4-BE49-F238E27FC236}">
                  <a16:creationId xmlns:a16="http://schemas.microsoft.com/office/drawing/2014/main" id="{7688F0A3-1D7B-4ADD-8CDD-0733575D47F3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9" name="TextBox 152">
              <a:extLst>
                <a:ext uri="{FF2B5EF4-FFF2-40B4-BE49-F238E27FC236}">
                  <a16:creationId xmlns:a16="http://schemas.microsoft.com/office/drawing/2014/main" id="{C30240A4-13F7-4070-80AF-AF2C443E8316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82" name="Group 157">
            <a:extLst>
              <a:ext uri="{FF2B5EF4-FFF2-40B4-BE49-F238E27FC236}">
                <a16:creationId xmlns:a16="http://schemas.microsoft.com/office/drawing/2014/main" id="{ED07BFC1-6164-4C31-8B76-11B9808969AC}"/>
              </a:ext>
            </a:extLst>
          </p:cNvPr>
          <p:cNvGrpSpPr/>
          <p:nvPr/>
        </p:nvGrpSpPr>
        <p:grpSpPr>
          <a:xfrm>
            <a:off x="5998012" y="2966623"/>
            <a:ext cx="1253507" cy="2165622"/>
            <a:chOff x="1328987" y="1594131"/>
            <a:chExt cx="1671343" cy="3657600"/>
          </a:xfrm>
        </p:grpSpPr>
        <p:sp>
          <p:nvSpPr>
            <p:cNvPr id="83" name="Rectangle: Rounded Corners 158">
              <a:extLst>
                <a:ext uri="{FF2B5EF4-FFF2-40B4-BE49-F238E27FC236}">
                  <a16:creationId xmlns:a16="http://schemas.microsoft.com/office/drawing/2014/main" id="{09394C49-6666-4C18-A411-355A942EEE6E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84" name="Group 159">
              <a:extLst>
                <a:ext uri="{FF2B5EF4-FFF2-40B4-BE49-F238E27FC236}">
                  <a16:creationId xmlns:a16="http://schemas.microsoft.com/office/drawing/2014/main" id="{9CE701F7-67B2-44B8-A92E-616643B60104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87" name="Group 164">
                <a:extLst>
                  <a:ext uri="{FF2B5EF4-FFF2-40B4-BE49-F238E27FC236}">
                    <a16:creationId xmlns:a16="http://schemas.microsoft.com/office/drawing/2014/main" id="{A2DAE386-9DE5-4C50-8B08-8B2D92264132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89" name="Oval 166">
                  <a:extLst>
                    <a:ext uri="{FF2B5EF4-FFF2-40B4-BE49-F238E27FC236}">
                      <a16:creationId xmlns:a16="http://schemas.microsoft.com/office/drawing/2014/main" id="{CBD39F52-95B8-427C-BA2B-7C1C60B83C1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0" name="Arc 89">
                  <a:extLst>
                    <a:ext uri="{FF2B5EF4-FFF2-40B4-BE49-F238E27FC236}">
                      <a16:creationId xmlns:a16="http://schemas.microsoft.com/office/drawing/2014/main" id="{8A1CADCF-ED85-459B-B3D6-AC93A8085F5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88" name="Oval 165">
                <a:extLst>
                  <a:ext uri="{FF2B5EF4-FFF2-40B4-BE49-F238E27FC236}">
                    <a16:creationId xmlns:a16="http://schemas.microsoft.com/office/drawing/2014/main" id="{3E352133-54F9-42EE-90CE-F818D81C1C3E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85" name="TextBox 160">
              <a:extLst>
                <a:ext uri="{FF2B5EF4-FFF2-40B4-BE49-F238E27FC236}">
                  <a16:creationId xmlns:a16="http://schemas.microsoft.com/office/drawing/2014/main" id="{0E8365F3-F703-4FF4-A777-A6BB140CA4B5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86" name="TextBox 163">
              <a:extLst>
                <a:ext uri="{FF2B5EF4-FFF2-40B4-BE49-F238E27FC236}">
                  <a16:creationId xmlns:a16="http://schemas.microsoft.com/office/drawing/2014/main" id="{E08253A0-461B-4F05-A5A5-A73CC9B0DF31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grpSp>
        <p:nvGrpSpPr>
          <p:cNvPr id="91" name="Group 157">
            <a:extLst>
              <a:ext uri="{FF2B5EF4-FFF2-40B4-BE49-F238E27FC236}">
                <a16:creationId xmlns:a16="http://schemas.microsoft.com/office/drawing/2014/main" id="{F8BBBFC9-ABC5-41E2-8CF9-CD45208A9E98}"/>
              </a:ext>
            </a:extLst>
          </p:cNvPr>
          <p:cNvGrpSpPr/>
          <p:nvPr/>
        </p:nvGrpSpPr>
        <p:grpSpPr>
          <a:xfrm>
            <a:off x="7724488" y="1329824"/>
            <a:ext cx="1253507" cy="2743200"/>
            <a:chOff x="1328987" y="1594131"/>
            <a:chExt cx="1671343" cy="3657600"/>
          </a:xfrm>
        </p:grpSpPr>
        <p:sp>
          <p:nvSpPr>
            <p:cNvPr id="92" name="Rectangle: Rounded Corners 158">
              <a:extLst>
                <a:ext uri="{FF2B5EF4-FFF2-40B4-BE49-F238E27FC236}">
                  <a16:creationId xmlns:a16="http://schemas.microsoft.com/office/drawing/2014/main" id="{CC57A916-D259-421F-BC66-8EF3960E4FE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93" name="Group 159">
              <a:extLst>
                <a:ext uri="{FF2B5EF4-FFF2-40B4-BE49-F238E27FC236}">
                  <a16:creationId xmlns:a16="http://schemas.microsoft.com/office/drawing/2014/main" id="{22856FEF-5864-4E63-B705-3446F0666767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96" name="Group 164">
                <a:extLst>
                  <a:ext uri="{FF2B5EF4-FFF2-40B4-BE49-F238E27FC236}">
                    <a16:creationId xmlns:a16="http://schemas.microsoft.com/office/drawing/2014/main" id="{84B6B543-CEC5-4D76-9043-C7065D7CDB23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98" name="Oval 166">
                  <a:extLst>
                    <a:ext uri="{FF2B5EF4-FFF2-40B4-BE49-F238E27FC236}">
                      <a16:creationId xmlns:a16="http://schemas.microsoft.com/office/drawing/2014/main" id="{53EE8D79-D5F2-4B55-BEE2-755C8A2252CF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D5B254CC-F8A0-49F0-9810-838C621C938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97" name="Oval 165">
                <a:extLst>
                  <a:ext uri="{FF2B5EF4-FFF2-40B4-BE49-F238E27FC236}">
                    <a16:creationId xmlns:a16="http://schemas.microsoft.com/office/drawing/2014/main" id="{32E801DB-0929-4D30-9F57-7A65D32F4AE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94" name="TextBox 160">
              <a:extLst>
                <a:ext uri="{FF2B5EF4-FFF2-40B4-BE49-F238E27FC236}">
                  <a16:creationId xmlns:a16="http://schemas.microsoft.com/office/drawing/2014/main" id="{4FACB82A-1C53-48FB-A0DB-3F40B5EE5E13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95" name="TextBox 163">
              <a:extLst>
                <a:ext uri="{FF2B5EF4-FFF2-40B4-BE49-F238E27FC236}">
                  <a16:creationId xmlns:a16="http://schemas.microsoft.com/office/drawing/2014/main" id="{4063BEBB-9DC0-4314-8915-6A3DE036FAE3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139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A0BD-2603-6782-8E06-DD19132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Train 2023-2025 </a:t>
            </a:r>
            <a:r>
              <a:rPr lang="en-US" dirty="0" err="1"/>
              <a:t>mois</a:t>
            </a:r>
            <a:r>
              <a:rPr lang="en-US" dirty="0"/>
              <a:t> 01 et 02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B0C505B-4FDE-29CC-F035-8F3503C6CCCB}"/>
              </a:ext>
            </a:extLst>
          </p:cNvPr>
          <p:cNvGrpSpPr/>
          <p:nvPr/>
        </p:nvGrpSpPr>
        <p:grpSpPr>
          <a:xfrm>
            <a:off x="166005" y="481773"/>
            <a:ext cx="1492717" cy="2185227"/>
            <a:chOff x="1169515" y="1594131"/>
            <a:chExt cx="1990290" cy="365760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B7431541-FF22-4831-15C2-FEA1F3435C28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9CB7F42-2BB3-1FD1-9466-38AE083C34DA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EB43567-0E2C-554A-12DB-68BCCCFAA41B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1B4B88B0-BF4C-C39D-4B06-6B6ABE8ED526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8F12E14-B276-1057-997A-5ECBC53401CC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30F60E5-058F-56EB-A321-BD03B99E804B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1248E0-AD0A-2F87-0FE8-25B6A2070B4C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5FA7533-CC03-D0F0-9614-EEC63E16F675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EF5DC1-FF8B-9D6A-7BFE-036955E4BF07}"/>
              </a:ext>
            </a:extLst>
          </p:cNvPr>
          <p:cNvGrpSpPr/>
          <p:nvPr/>
        </p:nvGrpSpPr>
        <p:grpSpPr>
          <a:xfrm>
            <a:off x="2999480" y="551493"/>
            <a:ext cx="1253507" cy="2295422"/>
            <a:chOff x="1328987" y="1594131"/>
            <a:chExt cx="1671343" cy="365760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09935CA-8537-485B-AF3C-AE032A7BD0C5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6C7EE78-6984-F6B7-0A49-4A64F5A5FC1C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03A4C6A8-2998-E990-B16B-7A31951C9D9F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296C9A37-B029-3C37-4F6B-AABA78923E2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9F39FF-9228-73D3-A896-FB2213AB5B41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27C2B4-5750-D6C3-8939-B62D2FAF3197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04E616-C3FB-DA32-186D-CE3A718E9923}"/>
              </a:ext>
            </a:extLst>
          </p:cNvPr>
          <p:cNvGrpSpPr/>
          <p:nvPr/>
        </p:nvGrpSpPr>
        <p:grpSpPr>
          <a:xfrm>
            <a:off x="5908454" y="651855"/>
            <a:ext cx="1253507" cy="2743200"/>
            <a:chOff x="1328987" y="1594131"/>
            <a:chExt cx="1671343" cy="3657600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15DE6AC-3FE7-43A5-0A3C-A41093973CB2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79D9937-81BD-296D-5BDB-48AB6593D45E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13084B9-A9AF-94D4-F3C7-9FC4CD38D2D5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596D4D5-8D38-3E4B-1FFC-72873A7F4149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68" name="Arc 167">
                  <a:extLst>
                    <a:ext uri="{FF2B5EF4-FFF2-40B4-BE49-F238E27FC236}">
                      <a16:creationId xmlns:a16="http://schemas.microsoft.com/office/drawing/2014/main" id="{3DC06A86-8C4D-018E-1D51-76C98066AF6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60DDBFB-3D21-343E-AB7F-C332FA3AFCF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7997128-3C2C-7498-D6A4-E0128271A5DE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6826ACA-5A0C-155B-3446-3FA0F4F34CAC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2937046" y="1987090"/>
            <a:ext cx="1302023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Disponibilité opérationnelle</a:t>
            </a:r>
          </a:p>
          <a:p>
            <a:pPr algn="r"/>
            <a:endParaRPr lang="fr-FR" sz="750" b="1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algn="r"/>
            <a:r>
              <a:rPr lang="fr-FR" sz="750" b="1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Objectif : 88                </a:t>
            </a:r>
          </a:p>
        </p:txBody>
      </p:sp>
      <p:grpSp>
        <p:nvGrpSpPr>
          <p:cNvPr id="45" name="Group 134">
            <a:extLst>
              <a:ext uri="{FF2B5EF4-FFF2-40B4-BE49-F238E27FC236}">
                <a16:creationId xmlns:a16="http://schemas.microsoft.com/office/drawing/2014/main" id="{EDB7721A-1F9A-405D-9270-4C8444A1C71B}"/>
              </a:ext>
            </a:extLst>
          </p:cNvPr>
          <p:cNvGrpSpPr/>
          <p:nvPr/>
        </p:nvGrpSpPr>
        <p:grpSpPr>
          <a:xfrm>
            <a:off x="166005" y="2855878"/>
            <a:ext cx="1492717" cy="2185227"/>
            <a:chOff x="1169515" y="1594131"/>
            <a:chExt cx="1990290" cy="3657600"/>
          </a:xfrm>
        </p:grpSpPr>
        <p:sp>
          <p:nvSpPr>
            <p:cNvPr id="46" name="Rectangle: Rounded Corners 129">
              <a:extLst>
                <a:ext uri="{FF2B5EF4-FFF2-40B4-BE49-F238E27FC236}">
                  <a16:creationId xmlns:a16="http://schemas.microsoft.com/office/drawing/2014/main" id="{7DEBBD93-E553-491C-B1FD-4BDD369B8A97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47" name="Group 75">
              <a:extLst>
                <a:ext uri="{FF2B5EF4-FFF2-40B4-BE49-F238E27FC236}">
                  <a16:creationId xmlns:a16="http://schemas.microsoft.com/office/drawing/2014/main" id="{0F00A857-B9A9-4A16-9BEC-CECEFD1F2A39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0" name="Group 66">
                <a:extLst>
                  <a:ext uri="{FF2B5EF4-FFF2-40B4-BE49-F238E27FC236}">
                    <a16:creationId xmlns:a16="http://schemas.microsoft.com/office/drawing/2014/main" id="{8D74318B-D19F-45D7-970D-BCE833F898E0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52" name="Oval 67">
                  <a:extLst>
                    <a:ext uri="{FF2B5EF4-FFF2-40B4-BE49-F238E27FC236}">
                      <a16:creationId xmlns:a16="http://schemas.microsoft.com/office/drawing/2014/main" id="{8CE5268C-189C-4FA2-9DCC-D5BE570FC008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826A8CE8-54B9-4A53-A8B1-B74EEE589D0D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51" name="Oval 74">
                <a:extLst>
                  <a:ext uri="{FF2B5EF4-FFF2-40B4-BE49-F238E27FC236}">
                    <a16:creationId xmlns:a16="http://schemas.microsoft.com/office/drawing/2014/main" id="{FD34AF75-99E2-482A-A71E-26CB42795E7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48" name="TextBox 130">
              <a:extLst>
                <a:ext uri="{FF2B5EF4-FFF2-40B4-BE49-F238E27FC236}">
                  <a16:creationId xmlns:a16="http://schemas.microsoft.com/office/drawing/2014/main" id="{493C9FC2-F1BD-44FB-B5C6-C82BAEDEAF76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49" name="TextBox 133">
              <a:extLst>
                <a:ext uri="{FF2B5EF4-FFF2-40B4-BE49-F238E27FC236}">
                  <a16:creationId xmlns:a16="http://schemas.microsoft.com/office/drawing/2014/main" id="{71E083E6-C95E-4A9E-8980-9CB7352A8209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54" name="Group 134">
            <a:extLst>
              <a:ext uri="{FF2B5EF4-FFF2-40B4-BE49-F238E27FC236}">
                <a16:creationId xmlns:a16="http://schemas.microsoft.com/office/drawing/2014/main" id="{E8E87941-074F-4834-B4FB-E8385BC444A2}"/>
              </a:ext>
            </a:extLst>
          </p:cNvPr>
          <p:cNvGrpSpPr/>
          <p:nvPr/>
        </p:nvGrpSpPr>
        <p:grpSpPr>
          <a:xfrm>
            <a:off x="1523697" y="1629769"/>
            <a:ext cx="1492717" cy="2185227"/>
            <a:chOff x="1169515" y="1594131"/>
            <a:chExt cx="1990290" cy="3657600"/>
          </a:xfrm>
        </p:grpSpPr>
        <p:sp>
          <p:nvSpPr>
            <p:cNvPr id="55" name="Rectangle: Rounded Corners 129">
              <a:extLst>
                <a:ext uri="{FF2B5EF4-FFF2-40B4-BE49-F238E27FC236}">
                  <a16:creationId xmlns:a16="http://schemas.microsoft.com/office/drawing/2014/main" id="{6F6B3E0F-D053-4AEC-B0F7-DCAAA08F1413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6" name="Group 75">
              <a:extLst>
                <a:ext uri="{FF2B5EF4-FFF2-40B4-BE49-F238E27FC236}">
                  <a16:creationId xmlns:a16="http://schemas.microsoft.com/office/drawing/2014/main" id="{68191AEA-6A77-4406-A124-E62E27E7A36B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59" name="Group 66">
                <a:extLst>
                  <a:ext uri="{FF2B5EF4-FFF2-40B4-BE49-F238E27FC236}">
                    <a16:creationId xmlns:a16="http://schemas.microsoft.com/office/drawing/2014/main" id="{6CCE0EF6-B772-4027-A3D0-3DE9ACF9E307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61" name="Oval 67">
                  <a:extLst>
                    <a:ext uri="{FF2B5EF4-FFF2-40B4-BE49-F238E27FC236}">
                      <a16:creationId xmlns:a16="http://schemas.microsoft.com/office/drawing/2014/main" id="{7DBADF7F-15A6-44F7-8FF5-9F4E2E18EDD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1">
                        <a:lumMod val="50000"/>
                      </a:schemeClr>
                    </a:gs>
                    <a:gs pos="81000">
                      <a:schemeClr val="accent1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F51A4025-FAD0-4669-B6C8-4D5CEF7A4FC7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19170787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60" name="Oval 74">
                <a:extLst>
                  <a:ext uri="{FF2B5EF4-FFF2-40B4-BE49-F238E27FC236}">
                    <a16:creationId xmlns:a16="http://schemas.microsoft.com/office/drawing/2014/main" id="{86064E71-4872-41A9-AD8F-0108735883C4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7" name="TextBox 130">
              <a:extLst>
                <a:ext uri="{FF2B5EF4-FFF2-40B4-BE49-F238E27FC236}">
                  <a16:creationId xmlns:a16="http://schemas.microsoft.com/office/drawing/2014/main" id="{8E12EA41-1268-4BE2-881D-F240ED44A285}"/>
                </a:ext>
              </a:extLst>
            </p:cNvPr>
            <p:cNvSpPr txBox="1"/>
            <p:nvPr/>
          </p:nvSpPr>
          <p:spPr>
            <a:xfrm>
              <a:off x="1941891" y="2263608"/>
              <a:ext cx="44713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93</a:t>
              </a:r>
            </a:p>
          </p:txBody>
        </p:sp>
        <p:sp>
          <p:nvSpPr>
            <p:cNvPr id="58" name="TextBox 133">
              <a:extLst>
                <a:ext uri="{FF2B5EF4-FFF2-40B4-BE49-F238E27FC236}">
                  <a16:creationId xmlns:a16="http://schemas.microsoft.com/office/drawing/2014/main" id="{C3324674-2D2B-4617-B0DF-B9C314C1ADA6}"/>
                </a:ext>
              </a:extLst>
            </p:cNvPr>
            <p:cNvSpPr txBox="1"/>
            <p:nvPr/>
          </p:nvSpPr>
          <p:spPr>
            <a:xfrm>
              <a:off x="1169515" y="3631371"/>
              <a:ext cx="1990290" cy="630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Disponibilité maintenance</a:t>
              </a:r>
            </a:p>
            <a:p>
              <a:pPr algn="ctr"/>
              <a:endParaRPr lang="en-US" sz="825" b="1" dirty="0">
                <a:solidFill>
                  <a:schemeClr val="accent1"/>
                </a:solidFill>
              </a:endParaRPr>
            </a:p>
            <a:p>
              <a:pPr algn="ctr"/>
              <a:r>
                <a:rPr lang="en-US" sz="825" b="1" dirty="0">
                  <a:solidFill>
                    <a:schemeClr val="accent1"/>
                  </a:solidFill>
                </a:rPr>
                <a:t>Objectif 96</a:t>
              </a:r>
            </a:p>
          </p:txBody>
        </p:sp>
      </p:grpSp>
      <p:grpSp>
        <p:nvGrpSpPr>
          <p:cNvPr id="63" name="Group 146">
            <a:extLst>
              <a:ext uri="{FF2B5EF4-FFF2-40B4-BE49-F238E27FC236}">
                <a16:creationId xmlns:a16="http://schemas.microsoft.com/office/drawing/2014/main" id="{9B880771-6962-4082-A14C-E8ACFF4BF83D}"/>
              </a:ext>
            </a:extLst>
          </p:cNvPr>
          <p:cNvGrpSpPr/>
          <p:nvPr/>
        </p:nvGrpSpPr>
        <p:grpSpPr>
          <a:xfrm>
            <a:off x="2954340" y="3196713"/>
            <a:ext cx="1253507" cy="1929750"/>
            <a:chOff x="1328987" y="1594131"/>
            <a:chExt cx="1671343" cy="3657600"/>
          </a:xfrm>
        </p:grpSpPr>
        <p:sp>
          <p:nvSpPr>
            <p:cNvPr id="64" name="Rectangle: Rounded Corners 147">
              <a:extLst>
                <a:ext uri="{FF2B5EF4-FFF2-40B4-BE49-F238E27FC236}">
                  <a16:creationId xmlns:a16="http://schemas.microsoft.com/office/drawing/2014/main" id="{20926B32-8000-492C-96E9-C2754FF31781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5" name="Group 148">
              <a:extLst>
                <a:ext uri="{FF2B5EF4-FFF2-40B4-BE49-F238E27FC236}">
                  <a16:creationId xmlns:a16="http://schemas.microsoft.com/office/drawing/2014/main" id="{40580698-2FB1-4672-8B65-79350CFA3380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71" name="Oval 155">
                <a:extLst>
                  <a:ext uri="{FF2B5EF4-FFF2-40B4-BE49-F238E27FC236}">
                    <a16:creationId xmlns:a16="http://schemas.microsoft.com/office/drawing/2014/main" id="{B099B786-8BD6-4393-86C1-CB34AF2EB4BB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2" name="Oval 154">
                <a:extLst>
                  <a:ext uri="{FF2B5EF4-FFF2-40B4-BE49-F238E27FC236}">
                    <a16:creationId xmlns:a16="http://schemas.microsoft.com/office/drawing/2014/main" id="{67338BB2-CCF3-4ACD-8332-C1B75A933185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6" name="TextBox 149">
              <a:extLst>
                <a:ext uri="{FF2B5EF4-FFF2-40B4-BE49-F238E27FC236}">
                  <a16:creationId xmlns:a16="http://schemas.microsoft.com/office/drawing/2014/main" id="{BE8138B0-3EFF-4CD1-B09E-5BE34999A109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0" name="TextBox 152">
              <a:extLst>
                <a:ext uri="{FF2B5EF4-FFF2-40B4-BE49-F238E27FC236}">
                  <a16:creationId xmlns:a16="http://schemas.microsoft.com/office/drawing/2014/main" id="{38AFC181-82AF-4758-A70C-ED219D7BE203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73" name="Group 146">
            <a:extLst>
              <a:ext uri="{FF2B5EF4-FFF2-40B4-BE49-F238E27FC236}">
                <a16:creationId xmlns:a16="http://schemas.microsoft.com/office/drawing/2014/main" id="{153041B6-5F7A-4D9C-8A16-89EA8198302D}"/>
              </a:ext>
            </a:extLst>
          </p:cNvPr>
          <p:cNvGrpSpPr/>
          <p:nvPr/>
        </p:nvGrpSpPr>
        <p:grpSpPr>
          <a:xfrm>
            <a:off x="4369564" y="1719402"/>
            <a:ext cx="1253507" cy="1929750"/>
            <a:chOff x="1328987" y="1594131"/>
            <a:chExt cx="1671343" cy="3657600"/>
          </a:xfrm>
        </p:grpSpPr>
        <p:sp>
          <p:nvSpPr>
            <p:cNvPr id="74" name="Rectangle: Rounded Corners 147">
              <a:extLst>
                <a:ext uri="{FF2B5EF4-FFF2-40B4-BE49-F238E27FC236}">
                  <a16:creationId xmlns:a16="http://schemas.microsoft.com/office/drawing/2014/main" id="{A27BAFDE-3B69-4954-8D7B-BCC1F1139CB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7" name="Group 148">
              <a:extLst>
                <a:ext uri="{FF2B5EF4-FFF2-40B4-BE49-F238E27FC236}">
                  <a16:creationId xmlns:a16="http://schemas.microsoft.com/office/drawing/2014/main" id="{BB8DEA4F-C40A-4B97-A7C4-C2658242504B}"/>
                </a:ext>
              </a:extLst>
            </p:cNvPr>
            <p:cNvGrpSpPr/>
            <p:nvPr/>
          </p:nvGrpSpPr>
          <p:grpSpPr>
            <a:xfrm>
              <a:off x="1613940" y="1865978"/>
              <a:ext cx="1103036" cy="1103036"/>
              <a:chOff x="3036102" y="4566859"/>
              <a:chExt cx="1103036" cy="1103036"/>
            </a:xfrm>
          </p:grpSpPr>
          <p:sp>
            <p:nvSpPr>
              <p:cNvPr id="80" name="Oval 155">
                <a:extLst>
                  <a:ext uri="{FF2B5EF4-FFF2-40B4-BE49-F238E27FC236}">
                    <a16:creationId xmlns:a16="http://schemas.microsoft.com/office/drawing/2014/main" id="{1852E1E9-100F-4ADD-A529-EE2D1B736B42}"/>
                  </a:ext>
                </a:extLst>
              </p:cNvPr>
              <p:cNvSpPr/>
              <p:nvPr/>
            </p:nvSpPr>
            <p:spPr>
              <a:xfrm>
                <a:off x="3036102" y="4566859"/>
                <a:ext cx="1103036" cy="110303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" name="Oval 154">
                <a:extLst>
                  <a:ext uri="{FF2B5EF4-FFF2-40B4-BE49-F238E27FC236}">
                    <a16:creationId xmlns:a16="http://schemas.microsoft.com/office/drawing/2014/main" id="{CFD4EE31-7E7D-4E1A-A245-F89019683100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78" name="TextBox 149">
              <a:extLst>
                <a:ext uri="{FF2B5EF4-FFF2-40B4-BE49-F238E27FC236}">
                  <a16:creationId xmlns:a16="http://schemas.microsoft.com/office/drawing/2014/main" id="{7688F0A3-1D7B-4ADD-8CDD-0733575D47F3}"/>
                </a:ext>
              </a:extLst>
            </p:cNvPr>
            <p:cNvSpPr txBox="1"/>
            <p:nvPr/>
          </p:nvSpPr>
          <p:spPr>
            <a:xfrm>
              <a:off x="1867086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87,5</a:t>
              </a:r>
            </a:p>
          </p:txBody>
        </p:sp>
        <p:sp>
          <p:nvSpPr>
            <p:cNvPr id="79" name="TextBox 152">
              <a:extLst>
                <a:ext uri="{FF2B5EF4-FFF2-40B4-BE49-F238E27FC236}">
                  <a16:creationId xmlns:a16="http://schemas.microsoft.com/office/drawing/2014/main" id="{C30240A4-13F7-4070-80AF-AF2C443E8316}"/>
                </a:ext>
              </a:extLst>
            </p:cNvPr>
            <p:cNvSpPr txBox="1"/>
            <p:nvPr/>
          </p:nvSpPr>
          <p:spPr>
            <a:xfrm>
              <a:off x="2041503" y="3631371"/>
              <a:ext cx="24630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05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82" name="Group 157">
            <a:extLst>
              <a:ext uri="{FF2B5EF4-FFF2-40B4-BE49-F238E27FC236}">
                <a16:creationId xmlns:a16="http://schemas.microsoft.com/office/drawing/2014/main" id="{ED07BFC1-6164-4C31-8B76-11B9808969AC}"/>
              </a:ext>
            </a:extLst>
          </p:cNvPr>
          <p:cNvGrpSpPr/>
          <p:nvPr/>
        </p:nvGrpSpPr>
        <p:grpSpPr>
          <a:xfrm>
            <a:off x="5998012" y="2966623"/>
            <a:ext cx="1253507" cy="2165622"/>
            <a:chOff x="1328987" y="1594131"/>
            <a:chExt cx="1671343" cy="3657600"/>
          </a:xfrm>
        </p:grpSpPr>
        <p:sp>
          <p:nvSpPr>
            <p:cNvPr id="83" name="Rectangle: Rounded Corners 158">
              <a:extLst>
                <a:ext uri="{FF2B5EF4-FFF2-40B4-BE49-F238E27FC236}">
                  <a16:creationId xmlns:a16="http://schemas.microsoft.com/office/drawing/2014/main" id="{09394C49-6666-4C18-A411-355A942EEE6E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84" name="Group 159">
              <a:extLst>
                <a:ext uri="{FF2B5EF4-FFF2-40B4-BE49-F238E27FC236}">
                  <a16:creationId xmlns:a16="http://schemas.microsoft.com/office/drawing/2014/main" id="{9CE701F7-67B2-44B8-A92E-616643B60104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87" name="Group 164">
                <a:extLst>
                  <a:ext uri="{FF2B5EF4-FFF2-40B4-BE49-F238E27FC236}">
                    <a16:creationId xmlns:a16="http://schemas.microsoft.com/office/drawing/2014/main" id="{A2DAE386-9DE5-4C50-8B08-8B2D92264132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89" name="Oval 166">
                  <a:extLst>
                    <a:ext uri="{FF2B5EF4-FFF2-40B4-BE49-F238E27FC236}">
                      <a16:creationId xmlns:a16="http://schemas.microsoft.com/office/drawing/2014/main" id="{CBD39F52-95B8-427C-BA2B-7C1C60B83C1C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0" name="Arc 89">
                  <a:extLst>
                    <a:ext uri="{FF2B5EF4-FFF2-40B4-BE49-F238E27FC236}">
                      <a16:creationId xmlns:a16="http://schemas.microsoft.com/office/drawing/2014/main" id="{8A1CADCF-ED85-459B-B3D6-AC93A8085F5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88" name="Oval 165">
                <a:extLst>
                  <a:ext uri="{FF2B5EF4-FFF2-40B4-BE49-F238E27FC236}">
                    <a16:creationId xmlns:a16="http://schemas.microsoft.com/office/drawing/2014/main" id="{3E352133-54F9-42EE-90CE-F818D81C1C3E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85" name="TextBox 160">
              <a:extLst>
                <a:ext uri="{FF2B5EF4-FFF2-40B4-BE49-F238E27FC236}">
                  <a16:creationId xmlns:a16="http://schemas.microsoft.com/office/drawing/2014/main" id="{0E8365F3-F703-4FF4-A777-A6BB140CA4B5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86" name="TextBox 163">
              <a:extLst>
                <a:ext uri="{FF2B5EF4-FFF2-40B4-BE49-F238E27FC236}">
                  <a16:creationId xmlns:a16="http://schemas.microsoft.com/office/drawing/2014/main" id="{E08253A0-461B-4F05-A5A5-A73CC9B0DF31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  <p:grpSp>
        <p:nvGrpSpPr>
          <p:cNvPr id="91" name="Group 157">
            <a:extLst>
              <a:ext uri="{FF2B5EF4-FFF2-40B4-BE49-F238E27FC236}">
                <a16:creationId xmlns:a16="http://schemas.microsoft.com/office/drawing/2014/main" id="{F8BBBFC9-ABC5-41E2-8CF9-CD45208A9E98}"/>
              </a:ext>
            </a:extLst>
          </p:cNvPr>
          <p:cNvGrpSpPr/>
          <p:nvPr/>
        </p:nvGrpSpPr>
        <p:grpSpPr>
          <a:xfrm>
            <a:off x="7724488" y="1329824"/>
            <a:ext cx="1253507" cy="2743200"/>
            <a:chOff x="1328987" y="1594131"/>
            <a:chExt cx="1671343" cy="3657600"/>
          </a:xfrm>
        </p:grpSpPr>
        <p:sp>
          <p:nvSpPr>
            <p:cNvPr id="92" name="Rectangle: Rounded Corners 158">
              <a:extLst>
                <a:ext uri="{FF2B5EF4-FFF2-40B4-BE49-F238E27FC236}">
                  <a16:creationId xmlns:a16="http://schemas.microsoft.com/office/drawing/2014/main" id="{CC57A916-D259-421F-BC66-8EF3960E4FEB}"/>
                </a:ext>
              </a:extLst>
            </p:cNvPr>
            <p:cNvSpPr/>
            <p:nvPr/>
          </p:nvSpPr>
          <p:spPr>
            <a:xfrm>
              <a:off x="1328987" y="1594131"/>
              <a:ext cx="1671343" cy="3657600"/>
            </a:xfrm>
            <a:prstGeom prst="roundRect">
              <a:avLst>
                <a:gd name="adj" fmla="val 1037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93" name="Group 159">
              <a:extLst>
                <a:ext uri="{FF2B5EF4-FFF2-40B4-BE49-F238E27FC236}">
                  <a16:creationId xmlns:a16="http://schemas.microsoft.com/office/drawing/2014/main" id="{22856FEF-5864-4E63-B705-3446F0666767}"/>
                </a:ext>
              </a:extLst>
            </p:cNvPr>
            <p:cNvGrpSpPr/>
            <p:nvPr/>
          </p:nvGrpSpPr>
          <p:grpSpPr>
            <a:xfrm>
              <a:off x="1612341" y="1865978"/>
              <a:ext cx="1104635" cy="1103036"/>
              <a:chOff x="3034503" y="4566859"/>
              <a:chExt cx="1104635" cy="1103036"/>
            </a:xfrm>
          </p:grpSpPr>
          <p:grpSp>
            <p:nvGrpSpPr>
              <p:cNvPr id="96" name="Group 164">
                <a:extLst>
                  <a:ext uri="{FF2B5EF4-FFF2-40B4-BE49-F238E27FC236}">
                    <a16:creationId xmlns:a16="http://schemas.microsoft.com/office/drawing/2014/main" id="{84B6B543-CEC5-4D76-9043-C7065D7CDB23}"/>
                  </a:ext>
                </a:extLst>
              </p:cNvPr>
              <p:cNvGrpSpPr/>
              <p:nvPr/>
            </p:nvGrpSpPr>
            <p:grpSpPr>
              <a:xfrm>
                <a:off x="3034503" y="4566859"/>
                <a:ext cx="1104635" cy="1103036"/>
                <a:chOff x="1539452" y="1713701"/>
                <a:chExt cx="1104635" cy="1103036"/>
              </a:xfrm>
            </p:grpSpPr>
            <p:sp>
              <p:nvSpPr>
                <p:cNvPr id="98" name="Oval 166">
                  <a:extLst>
                    <a:ext uri="{FF2B5EF4-FFF2-40B4-BE49-F238E27FC236}">
                      <a16:creationId xmlns:a16="http://schemas.microsoft.com/office/drawing/2014/main" id="{53EE8D79-D5F2-4B55-BEE2-755C8A2252CF}"/>
                    </a:ext>
                  </a:extLst>
                </p:cNvPr>
                <p:cNvSpPr/>
                <p:nvPr/>
              </p:nvSpPr>
              <p:spPr>
                <a:xfrm>
                  <a:off x="1541051" y="1713701"/>
                  <a:ext cx="1103036" cy="11030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98165">
                      <a:schemeClr val="accent6">
                        <a:lumMod val="50000"/>
                      </a:schemeClr>
                    </a:gs>
                    <a:gs pos="81000">
                      <a:schemeClr val="accent6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D5B254CC-F8A0-49F0-9810-838C621C938B}"/>
                    </a:ext>
                  </a:extLst>
                </p:cNvPr>
                <p:cNvSpPr/>
                <p:nvPr/>
              </p:nvSpPr>
              <p:spPr>
                <a:xfrm>
                  <a:off x="1539452" y="1713701"/>
                  <a:ext cx="1103036" cy="1103036"/>
                </a:xfrm>
                <a:prstGeom prst="arc">
                  <a:avLst>
                    <a:gd name="adj1" fmla="val 16200000"/>
                    <a:gd name="adj2" fmla="val 4549616"/>
                  </a:avLst>
                </a:prstGeom>
                <a:solidFill>
                  <a:schemeClr val="bg1">
                    <a:alpha val="4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sp>
            <p:nvSpPr>
              <p:cNvPr id="97" name="Oval 165">
                <a:extLst>
                  <a:ext uri="{FF2B5EF4-FFF2-40B4-BE49-F238E27FC236}">
                    <a16:creationId xmlns:a16="http://schemas.microsoft.com/office/drawing/2014/main" id="{32E801DB-0929-4D30-9F57-7A65D32F4AEC}"/>
                  </a:ext>
                </a:extLst>
              </p:cNvPr>
              <p:cNvSpPr/>
              <p:nvPr/>
            </p:nvSpPr>
            <p:spPr>
              <a:xfrm>
                <a:off x="3202801" y="4670946"/>
                <a:ext cx="766439" cy="597370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4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94" name="TextBox 160">
              <a:extLst>
                <a:ext uri="{FF2B5EF4-FFF2-40B4-BE49-F238E27FC236}">
                  <a16:creationId xmlns:a16="http://schemas.microsoft.com/office/drawing/2014/main" id="{4FACB82A-1C53-48FB-A0DB-3F40B5EE5E13}"/>
                </a:ext>
              </a:extLst>
            </p:cNvPr>
            <p:cNvSpPr txBox="1"/>
            <p:nvPr/>
          </p:nvSpPr>
          <p:spPr>
            <a:xfrm>
              <a:off x="1867087" y="2263608"/>
              <a:ext cx="59674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25,5</a:t>
              </a:r>
            </a:p>
          </p:txBody>
        </p:sp>
        <p:sp>
          <p:nvSpPr>
            <p:cNvPr id="95" name="TextBox 163">
              <a:extLst>
                <a:ext uri="{FF2B5EF4-FFF2-40B4-BE49-F238E27FC236}">
                  <a16:creationId xmlns:a16="http://schemas.microsoft.com/office/drawing/2014/main" id="{4063BEBB-9DC0-4314-8915-6A3DE036FAE3}"/>
                </a:ext>
              </a:extLst>
            </p:cNvPr>
            <p:cNvSpPr txBox="1"/>
            <p:nvPr/>
          </p:nvSpPr>
          <p:spPr>
            <a:xfrm>
              <a:off x="1583088" y="3631371"/>
              <a:ext cx="116314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TRS</a:t>
              </a:r>
            </a:p>
            <a:p>
              <a:pPr algn="ctr"/>
              <a:r>
                <a:rPr lang="en-US" sz="1050" b="1" dirty="0">
                  <a:solidFill>
                    <a:schemeClr val="accent6"/>
                  </a:solidFill>
                </a:rPr>
                <a:t>Objectif 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2404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E8869-31E1-4449-91A7-892B6C69CB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US"/>
              <a:t>Some headlines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F0756F-07A5-4013-A224-4840E73F54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US"/>
              <a:t>Some headlines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594F2B-F32D-46DD-AE98-A83BE43208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/>
              <a:t>Some headlines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B8CFE-3EB2-42C1-B0DB-38B04BD9AC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/>
              <a:t>Some headlines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71BB43-0296-4263-AA9A-F86C1958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Dashboard for PowerPoint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A7C261F-A7C9-463F-BC3B-555D2474B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Template – Exemple 22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838C7E-8903-4150-8933-281EA24F515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C5D8100F-60DB-46D4-B774-C231793E923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86403102"/>
              </p:ext>
            </p:extLst>
          </p:nvPr>
        </p:nvGraphicFramePr>
        <p:xfrm>
          <a:off x="467916" y="2474119"/>
          <a:ext cx="4018359" cy="2483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0890896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Ronds dans l’eau</Template>
  <TotalTime>4666</TotalTime>
  <Words>995</Words>
  <Application>Microsoft Office PowerPoint</Application>
  <PresentationFormat>Affichage à l'écran (16:9)</PresentationFormat>
  <Paragraphs>372</Paragraphs>
  <Slides>27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Arimo</vt:lpstr>
      <vt:lpstr>Bahnschrift Light SemiCondensed</vt:lpstr>
      <vt:lpstr>Century Gothic</vt:lpstr>
      <vt:lpstr>Fira Sans Extra Condensed Medium</vt:lpstr>
      <vt:lpstr>Google Sans</vt:lpstr>
      <vt:lpstr>Outfit Extra Bold</vt:lpstr>
      <vt:lpstr>Roboto</vt:lpstr>
      <vt:lpstr>Tw Cen MT</vt:lpstr>
      <vt:lpstr>Ronds dans l’eau</vt:lpstr>
      <vt:lpstr>Présentation PowerPoint</vt:lpstr>
      <vt:lpstr>Présentation PowerPoint</vt:lpstr>
      <vt:lpstr>     Coût de maintenance Réalisé / Budgétisé              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KPI Train 2023-2025 mois 01 et 02</vt:lpstr>
      <vt:lpstr>KPI Train 2023-2025 mois 01 et 02</vt:lpstr>
      <vt:lpstr>KPI Train 2023-2025 mois 01 et 02</vt:lpstr>
      <vt:lpstr>KPI Train 2023-2025 mois 01 et 02</vt:lpstr>
      <vt:lpstr>KPI Train 2023-2025 mois 01 et 02</vt:lpstr>
      <vt:lpstr>KPI Train 2023-2025 mois 01 et 02</vt:lpstr>
      <vt:lpstr>Dashboard for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Ratios maintenance</dc:title>
  <dc:creator>Wael HARRABI</dc:creator>
  <cp:lastModifiedBy>Mega PC</cp:lastModifiedBy>
  <cp:revision>58</cp:revision>
  <dcterms:modified xsi:type="dcterms:W3CDTF">2025-03-24T22:16:30Z</dcterms:modified>
</cp:coreProperties>
</file>